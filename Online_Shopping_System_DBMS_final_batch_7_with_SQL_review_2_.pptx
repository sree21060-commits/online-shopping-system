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75" r:id="rId15"/>
    <p:sldId id="276" r:id="rId16"/>
    <p:sldId id="28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7" r:id="rId26"/>
    <p:sldId id="291" r:id="rId27"/>
    <p:sldId id="288" r:id="rId28"/>
    <p:sldId id="289" r:id="rId29"/>
    <p:sldId id="290" r:id="rId30"/>
    <p:sldId id="286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269" r:id="rId41"/>
    <p:sldId id="270" r:id="rId4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59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sree" userId="9146551a3eb546f1" providerId="LiveId" clId="{490955BC-AE32-4279-B39E-6221240D5FFD}"/>
    <pc:docChg chg="custSel modSld">
      <pc:chgData name="bhavya sree" userId="9146551a3eb546f1" providerId="LiveId" clId="{490955BC-AE32-4279-B39E-6221240D5FFD}" dt="2026-10-01T04:32:19.385" v="129" actId="2711"/>
      <pc:docMkLst>
        <pc:docMk/>
      </pc:docMkLst>
      <pc:sldChg chg="modSp mod">
        <pc:chgData name="bhavya sree" userId="9146551a3eb546f1" providerId="LiveId" clId="{490955BC-AE32-4279-B39E-6221240D5FFD}" dt="2026-10-01T04:27:00.224" v="57" actId="14100"/>
        <pc:sldMkLst>
          <pc:docMk/>
          <pc:sldMk cId="3152815191" sldId="278"/>
        </pc:sldMkLst>
        <pc:spChg chg="mod">
          <ac:chgData name="bhavya sree" userId="9146551a3eb546f1" providerId="LiveId" clId="{490955BC-AE32-4279-B39E-6221240D5FFD}" dt="2026-10-01T04:27:00.224" v="57" actId="14100"/>
          <ac:spMkLst>
            <pc:docMk/>
            <pc:sldMk cId="3152815191" sldId="278"/>
            <ac:spMk id="9" creationId="{AE190781-2354-422E-5FDB-1719F4F51B67}"/>
          </ac:spMkLst>
        </pc:spChg>
      </pc:sldChg>
      <pc:sldChg chg="addSp delSp modSp mod">
        <pc:chgData name="bhavya sree" userId="9146551a3eb546f1" providerId="LiveId" clId="{490955BC-AE32-4279-B39E-6221240D5FFD}" dt="2026-10-01T04:27:31.178" v="87" actId="14100"/>
        <pc:sldMkLst>
          <pc:docMk/>
          <pc:sldMk cId="359614067" sldId="279"/>
        </pc:sldMkLst>
        <pc:spChg chg="add del">
          <ac:chgData name="bhavya sree" userId="9146551a3eb546f1" providerId="LiveId" clId="{490955BC-AE32-4279-B39E-6221240D5FFD}" dt="2026-10-01T04:27:11.156" v="60" actId="478"/>
          <ac:spMkLst>
            <pc:docMk/>
            <pc:sldMk cId="359614067" sldId="279"/>
            <ac:spMk id="7" creationId="{982EA7CC-2225-775C-F6D6-99F71869BCD3}"/>
          </ac:spMkLst>
        </pc:spChg>
        <pc:spChg chg="del">
          <ac:chgData name="bhavya sree" userId="9146551a3eb546f1" providerId="LiveId" clId="{490955BC-AE32-4279-B39E-6221240D5FFD}" dt="2026-10-01T04:27:08.045" v="58" actId="478"/>
          <ac:spMkLst>
            <pc:docMk/>
            <pc:sldMk cId="359614067" sldId="279"/>
            <ac:spMk id="9" creationId="{9CB0D440-505B-1181-34A0-033A26590C25}"/>
          </ac:spMkLst>
        </pc:spChg>
        <pc:spChg chg="add mod">
          <ac:chgData name="bhavya sree" userId="9146551a3eb546f1" providerId="LiveId" clId="{490955BC-AE32-4279-B39E-6221240D5FFD}" dt="2026-10-01T04:27:31.178" v="87" actId="14100"/>
          <ac:spMkLst>
            <pc:docMk/>
            <pc:sldMk cId="359614067" sldId="279"/>
            <ac:spMk id="11" creationId="{C6A645BF-EC30-B7AE-C901-36FFAABFFF31}"/>
          </ac:spMkLst>
        </pc:spChg>
      </pc:sldChg>
      <pc:sldChg chg="addSp delSp modSp mod">
        <pc:chgData name="bhavya sree" userId="9146551a3eb546f1" providerId="LiveId" clId="{490955BC-AE32-4279-B39E-6221240D5FFD}" dt="2026-10-01T04:28:06.199" v="94" actId="22"/>
        <pc:sldMkLst>
          <pc:docMk/>
          <pc:sldMk cId="521973173" sldId="280"/>
        </pc:sldMkLst>
        <pc:spChg chg="add">
          <ac:chgData name="bhavya sree" userId="9146551a3eb546f1" providerId="LiveId" clId="{490955BC-AE32-4279-B39E-6221240D5FFD}" dt="2026-10-01T04:28:06.199" v="94" actId="22"/>
          <ac:spMkLst>
            <pc:docMk/>
            <pc:sldMk cId="521973173" sldId="280"/>
            <ac:spMk id="7" creationId="{DF29FF12-C9E4-6CED-FB76-B06BA5538507}"/>
          </ac:spMkLst>
        </pc:spChg>
        <pc:spChg chg="del mod">
          <ac:chgData name="bhavya sree" userId="9146551a3eb546f1" providerId="LiveId" clId="{490955BC-AE32-4279-B39E-6221240D5FFD}" dt="2026-10-01T04:27:38.659" v="89" actId="478"/>
          <ac:spMkLst>
            <pc:docMk/>
            <pc:sldMk cId="521973173" sldId="280"/>
            <ac:spMk id="8" creationId="{D7019C1A-3326-A003-6804-F292E34F6F70}"/>
          </ac:spMkLst>
        </pc:spChg>
      </pc:sldChg>
      <pc:sldChg chg="addSp delSp mod">
        <pc:chgData name="bhavya sree" userId="9146551a3eb546f1" providerId="LiveId" clId="{490955BC-AE32-4279-B39E-6221240D5FFD}" dt="2026-10-01T04:28:08.822" v="95" actId="22"/>
        <pc:sldMkLst>
          <pc:docMk/>
          <pc:sldMk cId="2333925313" sldId="281"/>
        </pc:sldMkLst>
        <pc:spChg chg="add">
          <ac:chgData name="bhavya sree" userId="9146551a3eb546f1" providerId="LiveId" clId="{490955BC-AE32-4279-B39E-6221240D5FFD}" dt="2026-10-01T04:28:08.822" v="95" actId="22"/>
          <ac:spMkLst>
            <pc:docMk/>
            <pc:sldMk cId="2333925313" sldId="281"/>
            <ac:spMk id="7" creationId="{F39AA311-245E-A2D6-AD89-DADFC2CD7238}"/>
          </ac:spMkLst>
        </pc:spChg>
        <pc:spChg chg="del">
          <ac:chgData name="bhavya sree" userId="9146551a3eb546f1" providerId="LiveId" clId="{490955BC-AE32-4279-B39E-6221240D5FFD}" dt="2026-10-01T04:27:42.679" v="90" actId="478"/>
          <ac:spMkLst>
            <pc:docMk/>
            <pc:sldMk cId="2333925313" sldId="281"/>
            <ac:spMk id="9" creationId="{FBD76543-7728-F3D6-94BE-3D498998F257}"/>
          </ac:spMkLst>
        </pc:spChg>
      </pc:sldChg>
      <pc:sldChg chg="addSp delSp mod">
        <pc:chgData name="bhavya sree" userId="9146551a3eb546f1" providerId="LiveId" clId="{490955BC-AE32-4279-B39E-6221240D5FFD}" dt="2026-10-01T04:28:10.954" v="96" actId="22"/>
        <pc:sldMkLst>
          <pc:docMk/>
          <pc:sldMk cId="1811388013" sldId="282"/>
        </pc:sldMkLst>
        <pc:spChg chg="add">
          <ac:chgData name="bhavya sree" userId="9146551a3eb546f1" providerId="LiveId" clId="{490955BC-AE32-4279-B39E-6221240D5FFD}" dt="2026-10-01T04:28:10.954" v="96" actId="22"/>
          <ac:spMkLst>
            <pc:docMk/>
            <pc:sldMk cId="1811388013" sldId="282"/>
            <ac:spMk id="7" creationId="{346BF65D-CACC-EDC1-2FFE-F56955ED67FD}"/>
          </ac:spMkLst>
        </pc:spChg>
        <pc:spChg chg="del">
          <ac:chgData name="bhavya sree" userId="9146551a3eb546f1" providerId="LiveId" clId="{490955BC-AE32-4279-B39E-6221240D5FFD}" dt="2026-10-01T04:27:45.676" v="91" actId="478"/>
          <ac:spMkLst>
            <pc:docMk/>
            <pc:sldMk cId="1811388013" sldId="282"/>
            <ac:spMk id="9" creationId="{2C602679-6210-D04F-4C6B-580A79645837}"/>
          </ac:spMkLst>
        </pc:spChg>
      </pc:sldChg>
      <pc:sldChg chg="addSp delSp mod">
        <pc:chgData name="bhavya sree" userId="9146551a3eb546f1" providerId="LiveId" clId="{490955BC-AE32-4279-B39E-6221240D5FFD}" dt="2026-10-01T04:28:13.088" v="97" actId="22"/>
        <pc:sldMkLst>
          <pc:docMk/>
          <pc:sldMk cId="242161401" sldId="283"/>
        </pc:sldMkLst>
        <pc:spChg chg="add">
          <ac:chgData name="bhavya sree" userId="9146551a3eb546f1" providerId="LiveId" clId="{490955BC-AE32-4279-B39E-6221240D5FFD}" dt="2026-10-01T04:28:13.088" v="97" actId="22"/>
          <ac:spMkLst>
            <pc:docMk/>
            <pc:sldMk cId="242161401" sldId="283"/>
            <ac:spMk id="7" creationId="{1890AA53-6130-D5C4-F601-2FCB2D82FA95}"/>
          </ac:spMkLst>
        </pc:spChg>
        <pc:spChg chg="del">
          <ac:chgData name="bhavya sree" userId="9146551a3eb546f1" providerId="LiveId" clId="{490955BC-AE32-4279-B39E-6221240D5FFD}" dt="2026-10-01T04:27:48.438" v="92" actId="478"/>
          <ac:spMkLst>
            <pc:docMk/>
            <pc:sldMk cId="242161401" sldId="283"/>
            <ac:spMk id="9" creationId="{5145A7BA-A09E-1BE8-D807-AE21F6B85BC8}"/>
          </ac:spMkLst>
        </pc:spChg>
      </pc:sldChg>
      <pc:sldChg chg="addSp delSp mod">
        <pc:chgData name="bhavya sree" userId="9146551a3eb546f1" providerId="LiveId" clId="{490955BC-AE32-4279-B39E-6221240D5FFD}" dt="2026-10-01T04:28:15.585" v="98" actId="22"/>
        <pc:sldMkLst>
          <pc:docMk/>
          <pc:sldMk cId="2543159882" sldId="284"/>
        </pc:sldMkLst>
        <pc:spChg chg="add">
          <ac:chgData name="bhavya sree" userId="9146551a3eb546f1" providerId="LiveId" clId="{490955BC-AE32-4279-B39E-6221240D5FFD}" dt="2026-10-01T04:28:15.585" v="98" actId="22"/>
          <ac:spMkLst>
            <pc:docMk/>
            <pc:sldMk cId="2543159882" sldId="284"/>
            <ac:spMk id="7" creationId="{CAEE405D-6156-18D6-EADA-051D90482B46}"/>
          </ac:spMkLst>
        </pc:spChg>
        <pc:spChg chg="del">
          <ac:chgData name="bhavya sree" userId="9146551a3eb546f1" providerId="LiveId" clId="{490955BC-AE32-4279-B39E-6221240D5FFD}" dt="2026-10-01T04:27:50.614" v="93" actId="478"/>
          <ac:spMkLst>
            <pc:docMk/>
            <pc:sldMk cId="2543159882" sldId="284"/>
            <ac:spMk id="9" creationId="{6D4B54CF-8004-ED6F-3574-0FCC967A7F17}"/>
          </ac:spMkLst>
        </pc:spChg>
      </pc:sldChg>
      <pc:sldChg chg="addSp modSp mod">
        <pc:chgData name="bhavya sree" userId="9146551a3eb546f1" providerId="LiveId" clId="{490955BC-AE32-4279-B39E-6221240D5FFD}" dt="2026-10-01T04:30:01.610" v="111" actId="2711"/>
        <pc:sldMkLst>
          <pc:docMk/>
          <pc:sldMk cId="534485679" sldId="286"/>
        </pc:sldMkLst>
        <pc:spChg chg="add">
          <ac:chgData name="bhavya sree" userId="9146551a3eb546f1" providerId="LiveId" clId="{490955BC-AE32-4279-B39E-6221240D5FFD}" dt="2026-10-01T04:26:09.038" v="22" actId="22"/>
          <ac:spMkLst>
            <pc:docMk/>
            <pc:sldMk cId="534485679" sldId="286"/>
            <ac:spMk id="4" creationId="{38C61F05-C951-A522-89D6-420812C6C306}"/>
          </ac:spMkLst>
        </pc:spChg>
        <pc:spChg chg="mod">
          <ac:chgData name="bhavya sree" userId="9146551a3eb546f1" providerId="LiveId" clId="{490955BC-AE32-4279-B39E-6221240D5FFD}" dt="2026-10-01T04:29:55.638" v="110" actId="2711"/>
          <ac:spMkLst>
            <pc:docMk/>
            <pc:sldMk cId="534485679" sldId="286"/>
            <ac:spMk id="15" creationId="{D7EEDD93-3FBA-7AFD-C38B-13456E6D0747}"/>
          </ac:spMkLst>
        </pc:spChg>
        <pc:spChg chg="mod">
          <ac:chgData name="bhavya sree" userId="9146551a3eb546f1" providerId="LiveId" clId="{490955BC-AE32-4279-B39E-6221240D5FFD}" dt="2026-10-01T04:30:01.610" v="111" actId="2711"/>
          <ac:spMkLst>
            <pc:docMk/>
            <pc:sldMk cId="534485679" sldId="286"/>
            <ac:spMk id="17" creationId="{CA210792-F3DD-88D7-0E71-B258B3F486FE}"/>
          </ac:spMkLst>
        </pc:spChg>
        <pc:picChg chg="add">
          <ac:chgData name="bhavya sree" userId="9146551a3eb546f1" providerId="LiveId" clId="{490955BC-AE32-4279-B39E-6221240D5FFD}" dt="2026-10-01T04:14:08.184" v="6" actId="22"/>
          <ac:picMkLst>
            <pc:docMk/>
            <pc:sldMk cId="534485679" sldId="286"/>
            <ac:picMk id="3" creationId="{39249D5C-F150-5E62-1983-98950A6ECDA9}"/>
          </ac:picMkLst>
        </pc:picChg>
      </pc:sldChg>
      <pc:sldChg chg="addSp modSp mod">
        <pc:chgData name="bhavya sree" userId="9146551a3eb546f1" providerId="LiveId" clId="{490955BC-AE32-4279-B39E-6221240D5FFD}" dt="2026-10-01T04:28:38.978" v="100" actId="2711"/>
        <pc:sldMkLst>
          <pc:docMk/>
          <pc:sldMk cId="451924547" sldId="287"/>
        </pc:sldMkLst>
        <pc:spChg chg="mod">
          <ac:chgData name="bhavya sree" userId="9146551a3eb546f1" providerId="LiveId" clId="{490955BC-AE32-4279-B39E-6221240D5FFD}" dt="2026-10-01T04:28:32.451" v="99" actId="2711"/>
          <ac:spMkLst>
            <pc:docMk/>
            <pc:sldMk cId="451924547" sldId="287"/>
            <ac:spMk id="5" creationId="{21AF4ADF-28F6-361E-7EFB-8CBDC95C23A5}"/>
          </ac:spMkLst>
        </pc:spChg>
        <pc:spChg chg="add">
          <ac:chgData name="bhavya sree" userId="9146551a3eb546f1" providerId="LiveId" clId="{490955BC-AE32-4279-B39E-6221240D5FFD}" dt="2026-10-01T04:25:52.617" v="17" actId="22"/>
          <ac:spMkLst>
            <pc:docMk/>
            <pc:sldMk cId="451924547" sldId="287"/>
            <ac:spMk id="6" creationId="{E6D3A634-413A-53B0-4A95-44561E7D424B}"/>
          </ac:spMkLst>
        </pc:spChg>
        <pc:spChg chg="mod">
          <ac:chgData name="bhavya sree" userId="9146551a3eb546f1" providerId="LiveId" clId="{490955BC-AE32-4279-B39E-6221240D5FFD}" dt="2026-10-01T04:28:38.978" v="100" actId="2711"/>
          <ac:spMkLst>
            <pc:docMk/>
            <pc:sldMk cId="451924547" sldId="287"/>
            <ac:spMk id="9" creationId="{1DF059FF-0B81-8AFC-8633-C49AB4A7BDA7}"/>
          </ac:spMkLst>
        </pc:spChg>
        <pc:picChg chg="add">
          <ac:chgData name="bhavya sree" userId="9146551a3eb546f1" providerId="LiveId" clId="{490955BC-AE32-4279-B39E-6221240D5FFD}" dt="2026-10-01T04:13:27.830" v="0" actId="22"/>
          <ac:picMkLst>
            <pc:docMk/>
            <pc:sldMk cId="451924547" sldId="287"/>
            <ac:picMk id="4" creationId="{42D5FC20-6D32-1631-6326-079EA1A3B681}"/>
          </ac:picMkLst>
        </pc:picChg>
      </pc:sldChg>
      <pc:sldChg chg="addSp modSp mod">
        <pc:chgData name="bhavya sree" userId="9146551a3eb546f1" providerId="LiveId" clId="{490955BC-AE32-4279-B39E-6221240D5FFD}" dt="2026-10-01T04:29:05.412" v="104" actId="2711"/>
        <pc:sldMkLst>
          <pc:docMk/>
          <pc:sldMk cId="3376422790" sldId="288"/>
        </pc:sldMkLst>
        <pc:spChg chg="mod">
          <ac:chgData name="bhavya sree" userId="9146551a3eb546f1" providerId="LiveId" clId="{490955BC-AE32-4279-B39E-6221240D5FFD}" dt="2026-10-01T04:28:57.973" v="103" actId="2711"/>
          <ac:spMkLst>
            <pc:docMk/>
            <pc:sldMk cId="3376422790" sldId="288"/>
            <ac:spMk id="3" creationId="{441E9A33-5F00-A40A-3DE2-9BB8DC906D9D}"/>
          </ac:spMkLst>
        </pc:spChg>
        <pc:spChg chg="mod">
          <ac:chgData name="bhavya sree" userId="9146551a3eb546f1" providerId="LiveId" clId="{490955BC-AE32-4279-B39E-6221240D5FFD}" dt="2026-10-01T04:29:05.412" v="104" actId="2711"/>
          <ac:spMkLst>
            <pc:docMk/>
            <pc:sldMk cId="3376422790" sldId="288"/>
            <ac:spMk id="5" creationId="{49913F4D-3A98-9471-DA61-8C0AA90E9342}"/>
          </ac:spMkLst>
        </pc:spChg>
        <pc:spChg chg="add">
          <ac:chgData name="bhavya sree" userId="9146551a3eb546f1" providerId="LiveId" clId="{490955BC-AE32-4279-B39E-6221240D5FFD}" dt="2026-10-01T04:26:01.115" v="19" actId="22"/>
          <ac:spMkLst>
            <pc:docMk/>
            <pc:sldMk cId="3376422790" sldId="288"/>
            <ac:spMk id="6" creationId="{2DDEDE48-BECC-18F8-DB89-DB5A0989D2D9}"/>
          </ac:spMkLst>
        </pc:spChg>
        <pc:picChg chg="add mod">
          <ac:chgData name="bhavya sree" userId="9146551a3eb546f1" providerId="LiveId" clId="{490955BC-AE32-4279-B39E-6221240D5FFD}" dt="2026-10-01T04:13:34.755" v="3" actId="1036"/>
          <ac:picMkLst>
            <pc:docMk/>
            <pc:sldMk cId="3376422790" sldId="288"/>
            <ac:picMk id="4" creationId="{A60DE223-FD79-BE86-8141-C3EF6B300A58}"/>
          </ac:picMkLst>
        </pc:picChg>
      </pc:sldChg>
      <pc:sldChg chg="addSp modSp mod">
        <pc:chgData name="bhavya sree" userId="9146551a3eb546f1" providerId="LiveId" clId="{490955BC-AE32-4279-B39E-6221240D5FFD}" dt="2026-10-01T04:29:27.188" v="107" actId="2711"/>
        <pc:sldMkLst>
          <pc:docMk/>
          <pc:sldMk cId="3916782219" sldId="289"/>
        </pc:sldMkLst>
        <pc:spChg chg="mod">
          <ac:chgData name="bhavya sree" userId="9146551a3eb546f1" providerId="LiveId" clId="{490955BC-AE32-4279-B39E-6221240D5FFD}" dt="2026-10-01T04:29:12.552" v="105" actId="2711"/>
          <ac:spMkLst>
            <pc:docMk/>
            <pc:sldMk cId="3916782219" sldId="289"/>
            <ac:spMk id="3" creationId="{62B3FD9E-7FD7-072E-AC9D-61504EBF2D8D}"/>
          </ac:spMkLst>
        </pc:spChg>
        <pc:spChg chg="mod">
          <ac:chgData name="bhavya sree" userId="9146551a3eb546f1" providerId="LiveId" clId="{490955BC-AE32-4279-B39E-6221240D5FFD}" dt="2026-10-01T04:29:27.188" v="107" actId="2711"/>
          <ac:spMkLst>
            <pc:docMk/>
            <pc:sldMk cId="3916782219" sldId="289"/>
            <ac:spMk id="5" creationId="{5F9659AD-6DB4-684D-9191-D8EBE9BA667D}"/>
          </ac:spMkLst>
        </pc:spChg>
        <pc:spChg chg="add">
          <ac:chgData name="bhavya sree" userId="9146551a3eb546f1" providerId="LiveId" clId="{490955BC-AE32-4279-B39E-6221240D5FFD}" dt="2026-10-01T04:26:03.380" v="20" actId="22"/>
          <ac:spMkLst>
            <pc:docMk/>
            <pc:sldMk cId="3916782219" sldId="289"/>
            <ac:spMk id="6" creationId="{FE0CD193-890B-AF0D-465E-B82260EA505B}"/>
          </ac:spMkLst>
        </pc:spChg>
        <pc:picChg chg="add">
          <ac:chgData name="bhavya sree" userId="9146551a3eb546f1" providerId="LiveId" clId="{490955BC-AE32-4279-B39E-6221240D5FFD}" dt="2026-10-01T04:13:38.058" v="4" actId="22"/>
          <ac:picMkLst>
            <pc:docMk/>
            <pc:sldMk cId="3916782219" sldId="289"/>
            <ac:picMk id="4" creationId="{A6E8BCC7-4C7A-8EEC-2CF1-EC21D64FD324}"/>
          </ac:picMkLst>
        </pc:picChg>
      </pc:sldChg>
      <pc:sldChg chg="addSp modSp mod">
        <pc:chgData name="bhavya sree" userId="9146551a3eb546f1" providerId="LiveId" clId="{490955BC-AE32-4279-B39E-6221240D5FFD}" dt="2026-10-01T04:29:48.205" v="109" actId="2711"/>
        <pc:sldMkLst>
          <pc:docMk/>
          <pc:sldMk cId="12827526" sldId="290"/>
        </pc:sldMkLst>
        <pc:spChg chg="mod">
          <ac:chgData name="bhavya sree" userId="9146551a3eb546f1" providerId="LiveId" clId="{490955BC-AE32-4279-B39E-6221240D5FFD}" dt="2026-10-01T04:29:36.163" v="108" actId="2711"/>
          <ac:spMkLst>
            <pc:docMk/>
            <pc:sldMk cId="12827526" sldId="290"/>
            <ac:spMk id="3" creationId="{7DCE4232-02A7-3D6D-8C51-8F7CC6C0B26D}"/>
          </ac:spMkLst>
        </pc:spChg>
        <pc:spChg chg="add">
          <ac:chgData name="bhavya sree" userId="9146551a3eb546f1" providerId="LiveId" clId="{490955BC-AE32-4279-B39E-6221240D5FFD}" dt="2026-10-01T04:26:06.428" v="21" actId="22"/>
          <ac:spMkLst>
            <pc:docMk/>
            <pc:sldMk cId="12827526" sldId="290"/>
            <ac:spMk id="6" creationId="{0FD08813-65DD-BAC6-B2C6-B5DCAB690173}"/>
          </ac:spMkLst>
        </pc:spChg>
        <pc:spChg chg="mod">
          <ac:chgData name="bhavya sree" userId="9146551a3eb546f1" providerId="LiveId" clId="{490955BC-AE32-4279-B39E-6221240D5FFD}" dt="2026-10-01T04:29:48.205" v="109" actId="2711"/>
          <ac:spMkLst>
            <pc:docMk/>
            <pc:sldMk cId="12827526" sldId="290"/>
            <ac:spMk id="7" creationId="{DBC8CBB9-F1FC-1F06-9A1B-63CB2DC41CC1}"/>
          </ac:spMkLst>
        </pc:spChg>
        <pc:picChg chg="add">
          <ac:chgData name="bhavya sree" userId="9146551a3eb546f1" providerId="LiveId" clId="{490955BC-AE32-4279-B39E-6221240D5FFD}" dt="2026-10-01T04:13:42.887" v="5" actId="22"/>
          <ac:picMkLst>
            <pc:docMk/>
            <pc:sldMk cId="12827526" sldId="290"/>
            <ac:picMk id="4" creationId="{D64CE3E9-487E-BC85-9687-60A904C4589A}"/>
          </ac:picMkLst>
        </pc:picChg>
      </pc:sldChg>
      <pc:sldChg chg="addSp modSp mod">
        <pc:chgData name="bhavya sree" userId="9146551a3eb546f1" providerId="LiveId" clId="{490955BC-AE32-4279-B39E-6221240D5FFD}" dt="2026-10-01T04:28:51.420" v="102" actId="2711"/>
        <pc:sldMkLst>
          <pc:docMk/>
          <pc:sldMk cId="820035017" sldId="291"/>
        </pc:sldMkLst>
        <pc:spChg chg="mod">
          <ac:chgData name="bhavya sree" userId="9146551a3eb546f1" providerId="LiveId" clId="{490955BC-AE32-4279-B39E-6221240D5FFD}" dt="2026-10-01T04:28:45.545" v="101" actId="2711"/>
          <ac:spMkLst>
            <pc:docMk/>
            <pc:sldMk cId="820035017" sldId="291"/>
            <ac:spMk id="3" creationId="{9A6CFDCB-2AED-8688-52FD-2F3D00B7C18D}"/>
          </ac:spMkLst>
        </pc:spChg>
        <pc:spChg chg="add">
          <ac:chgData name="bhavya sree" userId="9146551a3eb546f1" providerId="LiveId" clId="{490955BC-AE32-4279-B39E-6221240D5FFD}" dt="2026-10-01T04:25:57.688" v="18" actId="22"/>
          <ac:spMkLst>
            <pc:docMk/>
            <pc:sldMk cId="820035017" sldId="291"/>
            <ac:spMk id="6" creationId="{5B8D6632-821B-7250-0375-58637C46D015}"/>
          </ac:spMkLst>
        </pc:spChg>
        <pc:spChg chg="mod">
          <ac:chgData name="bhavya sree" userId="9146551a3eb546f1" providerId="LiveId" clId="{490955BC-AE32-4279-B39E-6221240D5FFD}" dt="2026-10-01T04:28:51.420" v="102" actId="2711"/>
          <ac:spMkLst>
            <pc:docMk/>
            <pc:sldMk cId="820035017" sldId="291"/>
            <ac:spMk id="7" creationId="{2DA0D321-1FA1-0747-3AFF-EFDCCCDE8D8A}"/>
          </ac:spMkLst>
        </pc:spChg>
        <pc:picChg chg="add">
          <ac:chgData name="bhavya sree" userId="9146551a3eb546f1" providerId="LiveId" clId="{490955BC-AE32-4279-B39E-6221240D5FFD}" dt="2026-10-01T04:13:30.601" v="1" actId="22"/>
          <ac:picMkLst>
            <pc:docMk/>
            <pc:sldMk cId="820035017" sldId="291"/>
            <ac:picMk id="4" creationId="{74A833DD-5D2D-16E1-7854-0E618D708AE4}"/>
          </ac:picMkLst>
        </pc:picChg>
      </pc:sldChg>
      <pc:sldChg chg="addSp modSp mod">
        <pc:chgData name="bhavya sree" userId="9146551a3eb546f1" providerId="LiveId" clId="{490955BC-AE32-4279-B39E-6221240D5FFD}" dt="2026-10-01T04:30:15.420" v="113" actId="2711"/>
        <pc:sldMkLst>
          <pc:docMk/>
          <pc:sldMk cId="1416449253" sldId="292"/>
        </pc:sldMkLst>
        <pc:spChg chg="mod">
          <ac:chgData name="bhavya sree" userId="9146551a3eb546f1" providerId="LiveId" clId="{490955BC-AE32-4279-B39E-6221240D5FFD}" dt="2026-10-01T04:30:08.728" v="112" actId="2711"/>
          <ac:spMkLst>
            <pc:docMk/>
            <pc:sldMk cId="1416449253" sldId="292"/>
            <ac:spMk id="3" creationId="{527FEB50-8E77-54FF-300F-91F8808A5732}"/>
          </ac:spMkLst>
        </pc:spChg>
        <pc:spChg chg="mod">
          <ac:chgData name="bhavya sree" userId="9146551a3eb546f1" providerId="LiveId" clId="{490955BC-AE32-4279-B39E-6221240D5FFD}" dt="2026-10-01T04:30:15.420" v="113" actId="2711"/>
          <ac:spMkLst>
            <pc:docMk/>
            <pc:sldMk cId="1416449253" sldId="292"/>
            <ac:spMk id="5" creationId="{92E7312E-CE92-76E3-C4E7-DD6A4F8F9A53}"/>
          </ac:spMkLst>
        </pc:spChg>
        <pc:spChg chg="add">
          <ac:chgData name="bhavya sree" userId="9146551a3eb546f1" providerId="LiveId" clId="{490955BC-AE32-4279-B39E-6221240D5FFD}" dt="2026-10-01T04:26:11.152" v="23" actId="22"/>
          <ac:spMkLst>
            <pc:docMk/>
            <pc:sldMk cId="1416449253" sldId="292"/>
            <ac:spMk id="6" creationId="{41DC0D62-6542-B078-6596-A97D49F8E602}"/>
          </ac:spMkLst>
        </pc:spChg>
        <pc:picChg chg="add">
          <ac:chgData name="bhavya sree" userId="9146551a3eb546f1" providerId="LiveId" clId="{490955BC-AE32-4279-B39E-6221240D5FFD}" dt="2026-10-01T04:14:10.947" v="7" actId="22"/>
          <ac:picMkLst>
            <pc:docMk/>
            <pc:sldMk cId="1416449253" sldId="292"/>
            <ac:picMk id="4" creationId="{291A0A40-BF00-8394-6890-F3F3E6C566A8}"/>
          </ac:picMkLst>
        </pc:picChg>
      </pc:sldChg>
      <pc:sldChg chg="addSp modSp mod">
        <pc:chgData name="bhavya sree" userId="9146551a3eb546f1" providerId="LiveId" clId="{490955BC-AE32-4279-B39E-6221240D5FFD}" dt="2026-10-01T04:30:30.196" v="115" actId="2711"/>
        <pc:sldMkLst>
          <pc:docMk/>
          <pc:sldMk cId="526105205" sldId="293"/>
        </pc:sldMkLst>
        <pc:spChg chg="mod">
          <ac:chgData name="bhavya sree" userId="9146551a3eb546f1" providerId="LiveId" clId="{490955BC-AE32-4279-B39E-6221240D5FFD}" dt="2026-10-01T04:30:23.292" v="114" actId="2711"/>
          <ac:spMkLst>
            <pc:docMk/>
            <pc:sldMk cId="526105205" sldId="293"/>
            <ac:spMk id="3" creationId="{393A4C76-4340-180C-3B11-1790E20A079D}"/>
          </ac:spMkLst>
        </pc:spChg>
        <pc:spChg chg="mod">
          <ac:chgData name="bhavya sree" userId="9146551a3eb546f1" providerId="LiveId" clId="{490955BC-AE32-4279-B39E-6221240D5FFD}" dt="2026-10-01T04:30:30.196" v="115" actId="2711"/>
          <ac:spMkLst>
            <pc:docMk/>
            <pc:sldMk cId="526105205" sldId="293"/>
            <ac:spMk id="5" creationId="{1E6682D0-950D-B03E-CEA4-996112264A5A}"/>
          </ac:spMkLst>
        </pc:spChg>
        <pc:spChg chg="add">
          <ac:chgData name="bhavya sree" userId="9146551a3eb546f1" providerId="LiveId" clId="{490955BC-AE32-4279-B39E-6221240D5FFD}" dt="2026-10-01T04:26:13.565" v="24" actId="22"/>
          <ac:spMkLst>
            <pc:docMk/>
            <pc:sldMk cId="526105205" sldId="293"/>
            <ac:spMk id="6" creationId="{9E8A68B4-ED6E-6060-CEC6-601340C64C6D}"/>
          </ac:spMkLst>
        </pc:spChg>
        <pc:picChg chg="add">
          <ac:chgData name="bhavya sree" userId="9146551a3eb546f1" providerId="LiveId" clId="{490955BC-AE32-4279-B39E-6221240D5FFD}" dt="2026-10-01T04:14:13.366" v="8" actId="22"/>
          <ac:picMkLst>
            <pc:docMk/>
            <pc:sldMk cId="526105205" sldId="293"/>
            <ac:picMk id="4" creationId="{61C83C6E-2EF7-DEBE-41FE-E56B3C43EF15}"/>
          </ac:picMkLst>
        </pc:picChg>
      </pc:sldChg>
      <pc:sldChg chg="addSp modSp mod">
        <pc:chgData name="bhavya sree" userId="9146551a3eb546f1" providerId="LiveId" clId="{490955BC-AE32-4279-B39E-6221240D5FFD}" dt="2026-10-01T04:30:46.545" v="117" actId="2711"/>
        <pc:sldMkLst>
          <pc:docMk/>
          <pc:sldMk cId="2276168867" sldId="294"/>
        </pc:sldMkLst>
        <pc:spChg chg="mod">
          <ac:chgData name="bhavya sree" userId="9146551a3eb546f1" providerId="LiveId" clId="{490955BC-AE32-4279-B39E-6221240D5FFD}" dt="2026-10-01T04:30:39.822" v="116" actId="2711"/>
          <ac:spMkLst>
            <pc:docMk/>
            <pc:sldMk cId="2276168867" sldId="294"/>
            <ac:spMk id="3" creationId="{780D6403-6737-7174-A844-6A8F8D85C3EB}"/>
          </ac:spMkLst>
        </pc:spChg>
        <pc:spChg chg="mod">
          <ac:chgData name="bhavya sree" userId="9146551a3eb546f1" providerId="LiveId" clId="{490955BC-AE32-4279-B39E-6221240D5FFD}" dt="2026-10-01T04:30:46.545" v="117" actId="2711"/>
          <ac:spMkLst>
            <pc:docMk/>
            <pc:sldMk cId="2276168867" sldId="294"/>
            <ac:spMk id="5" creationId="{568A48D2-B85C-F58D-1BC7-5CE032EC501D}"/>
          </ac:spMkLst>
        </pc:spChg>
        <pc:spChg chg="add">
          <ac:chgData name="bhavya sree" userId="9146551a3eb546f1" providerId="LiveId" clId="{490955BC-AE32-4279-B39E-6221240D5FFD}" dt="2026-10-01T04:26:16.068" v="25" actId="22"/>
          <ac:spMkLst>
            <pc:docMk/>
            <pc:sldMk cId="2276168867" sldId="294"/>
            <ac:spMk id="6" creationId="{73A449E6-D0D7-14DC-684D-D2585FE75B62}"/>
          </ac:spMkLst>
        </pc:spChg>
        <pc:picChg chg="add">
          <ac:chgData name="bhavya sree" userId="9146551a3eb546f1" providerId="LiveId" clId="{490955BC-AE32-4279-B39E-6221240D5FFD}" dt="2026-10-01T04:14:15.620" v="9" actId="22"/>
          <ac:picMkLst>
            <pc:docMk/>
            <pc:sldMk cId="2276168867" sldId="294"/>
            <ac:picMk id="4" creationId="{F33CB182-898F-DC94-08A2-AFD14B8724A6}"/>
          </ac:picMkLst>
        </pc:picChg>
      </pc:sldChg>
      <pc:sldChg chg="addSp modSp mod">
        <pc:chgData name="bhavya sree" userId="9146551a3eb546f1" providerId="LiveId" clId="{490955BC-AE32-4279-B39E-6221240D5FFD}" dt="2026-10-01T04:31:01.983" v="119" actId="2711"/>
        <pc:sldMkLst>
          <pc:docMk/>
          <pc:sldMk cId="181907376" sldId="295"/>
        </pc:sldMkLst>
        <pc:spChg chg="mod">
          <ac:chgData name="bhavya sree" userId="9146551a3eb546f1" providerId="LiveId" clId="{490955BC-AE32-4279-B39E-6221240D5FFD}" dt="2026-10-01T04:30:55.764" v="118" actId="2711"/>
          <ac:spMkLst>
            <pc:docMk/>
            <pc:sldMk cId="181907376" sldId="295"/>
            <ac:spMk id="3" creationId="{199B4011-E039-4908-851E-9F0498488E88}"/>
          </ac:spMkLst>
        </pc:spChg>
        <pc:spChg chg="mod">
          <ac:chgData name="bhavya sree" userId="9146551a3eb546f1" providerId="LiveId" clId="{490955BC-AE32-4279-B39E-6221240D5FFD}" dt="2026-10-01T04:31:01.983" v="119" actId="2711"/>
          <ac:spMkLst>
            <pc:docMk/>
            <pc:sldMk cId="181907376" sldId="295"/>
            <ac:spMk id="5" creationId="{B8C48D1F-9E13-B941-F87B-BED1415CFDF3}"/>
          </ac:spMkLst>
        </pc:spChg>
        <pc:spChg chg="add">
          <ac:chgData name="bhavya sree" userId="9146551a3eb546f1" providerId="LiveId" clId="{490955BC-AE32-4279-B39E-6221240D5FFD}" dt="2026-10-01T04:26:18.170" v="26" actId="22"/>
          <ac:spMkLst>
            <pc:docMk/>
            <pc:sldMk cId="181907376" sldId="295"/>
            <ac:spMk id="6" creationId="{0E1A9703-405A-B29D-F435-0AE95503B5FE}"/>
          </ac:spMkLst>
        </pc:spChg>
        <pc:picChg chg="add mod">
          <ac:chgData name="bhavya sree" userId="9146551a3eb546f1" providerId="LiveId" clId="{490955BC-AE32-4279-B39E-6221240D5FFD}" dt="2026-10-01T04:14:32.613" v="11" actId="1036"/>
          <ac:picMkLst>
            <pc:docMk/>
            <pc:sldMk cId="181907376" sldId="295"/>
            <ac:picMk id="4" creationId="{1594C216-4A96-21B0-FA92-3562EAE6FFF4}"/>
          </ac:picMkLst>
        </pc:picChg>
      </pc:sldChg>
      <pc:sldChg chg="addSp modSp mod">
        <pc:chgData name="bhavya sree" userId="9146551a3eb546f1" providerId="LiveId" clId="{490955BC-AE32-4279-B39E-6221240D5FFD}" dt="2026-10-01T04:31:17.012" v="121" actId="2711"/>
        <pc:sldMkLst>
          <pc:docMk/>
          <pc:sldMk cId="527082267" sldId="296"/>
        </pc:sldMkLst>
        <pc:spChg chg="mod">
          <ac:chgData name="bhavya sree" userId="9146551a3eb546f1" providerId="LiveId" clId="{490955BC-AE32-4279-B39E-6221240D5FFD}" dt="2026-10-01T04:31:09.275" v="120" actId="2711"/>
          <ac:spMkLst>
            <pc:docMk/>
            <pc:sldMk cId="527082267" sldId="296"/>
            <ac:spMk id="3" creationId="{31A74D9A-8D27-9680-A3E0-7F70C1939C69}"/>
          </ac:spMkLst>
        </pc:spChg>
        <pc:spChg chg="mod">
          <ac:chgData name="bhavya sree" userId="9146551a3eb546f1" providerId="LiveId" clId="{490955BC-AE32-4279-B39E-6221240D5FFD}" dt="2026-10-01T04:31:17.012" v="121" actId="2711"/>
          <ac:spMkLst>
            <pc:docMk/>
            <pc:sldMk cId="527082267" sldId="296"/>
            <ac:spMk id="5" creationId="{B4F2A154-CAC2-91E1-610F-3BB27C7249A6}"/>
          </ac:spMkLst>
        </pc:spChg>
        <pc:spChg chg="add">
          <ac:chgData name="bhavya sree" userId="9146551a3eb546f1" providerId="LiveId" clId="{490955BC-AE32-4279-B39E-6221240D5FFD}" dt="2026-10-01T04:26:20.288" v="27" actId="22"/>
          <ac:spMkLst>
            <pc:docMk/>
            <pc:sldMk cId="527082267" sldId="296"/>
            <ac:spMk id="6" creationId="{15CC8877-8D50-9D28-7E8F-315ECA2AF355}"/>
          </ac:spMkLst>
        </pc:spChg>
        <pc:picChg chg="add">
          <ac:chgData name="bhavya sree" userId="9146551a3eb546f1" providerId="LiveId" clId="{490955BC-AE32-4279-B39E-6221240D5FFD}" dt="2026-10-01T04:14:35.571" v="12" actId="22"/>
          <ac:picMkLst>
            <pc:docMk/>
            <pc:sldMk cId="527082267" sldId="296"/>
            <ac:picMk id="4" creationId="{A2E94A16-CB42-6E35-DCE0-4C14843333FC}"/>
          </ac:picMkLst>
        </pc:picChg>
      </pc:sldChg>
      <pc:sldChg chg="addSp modSp mod">
        <pc:chgData name="bhavya sree" userId="9146551a3eb546f1" providerId="LiveId" clId="{490955BC-AE32-4279-B39E-6221240D5FFD}" dt="2026-10-01T04:31:32.042" v="123" actId="2711"/>
        <pc:sldMkLst>
          <pc:docMk/>
          <pc:sldMk cId="850596013" sldId="297"/>
        </pc:sldMkLst>
        <pc:spChg chg="mod">
          <ac:chgData name="bhavya sree" userId="9146551a3eb546f1" providerId="LiveId" clId="{490955BC-AE32-4279-B39E-6221240D5FFD}" dt="2026-10-01T04:31:25.532" v="122" actId="2711"/>
          <ac:spMkLst>
            <pc:docMk/>
            <pc:sldMk cId="850596013" sldId="297"/>
            <ac:spMk id="3" creationId="{7E81D8D2-6219-F36A-74A9-825ED50F538F}"/>
          </ac:spMkLst>
        </pc:spChg>
        <pc:spChg chg="mod">
          <ac:chgData name="bhavya sree" userId="9146551a3eb546f1" providerId="LiveId" clId="{490955BC-AE32-4279-B39E-6221240D5FFD}" dt="2026-10-01T04:31:32.042" v="123" actId="2711"/>
          <ac:spMkLst>
            <pc:docMk/>
            <pc:sldMk cId="850596013" sldId="297"/>
            <ac:spMk id="5" creationId="{F70AF05D-398A-9677-818F-58A083B79561}"/>
          </ac:spMkLst>
        </pc:spChg>
        <pc:spChg chg="add">
          <ac:chgData name="bhavya sree" userId="9146551a3eb546f1" providerId="LiveId" clId="{490955BC-AE32-4279-B39E-6221240D5FFD}" dt="2026-10-01T04:26:22.254" v="28" actId="22"/>
          <ac:spMkLst>
            <pc:docMk/>
            <pc:sldMk cId="850596013" sldId="297"/>
            <ac:spMk id="6" creationId="{BA7F1A1C-EB61-815A-5E2C-EA2202596CF5}"/>
          </ac:spMkLst>
        </pc:spChg>
        <pc:picChg chg="add">
          <ac:chgData name="bhavya sree" userId="9146551a3eb546f1" providerId="LiveId" clId="{490955BC-AE32-4279-B39E-6221240D5FFD}" dt="2026-10-01T04:14:46.872" v="13" actId="22"/>
          <ac:picMkLst>
            <pc:docMk/>
            <pc:sldMk cId="850596013" sldId="297"/>
            <ac:picMk id="4" creationId="{A0998FD6-AE35-E929-561E-D56B9F4C5C1A}"/>
          </ac:picMkLst>
        </pc:picChg>
      </pc:sldChg>
      <pc:sldChg chg="addSp modSp mod">
        <pc:chgData name="bhavya sree" userId="9146551a3eb546f1" providerId="LiveId" clId="{490955BC-AE32-4279-B39E-6221240D5FFD}" dt="2026-10-01T04:31:45.567" v="125" actId="2711"/>
        <pc:sldMkLst>
          <pc:docMk/>
          <pc:sldMk cId="1183025094" sldId="298"/>
        </pc:sldMkLst>
        <pc:spChg chg="mod">
          <ac:chgData name="bhavya sree" userId="9146551a3eb546f1" providerId="LiveId" clId="{490955BC-AE32-4279-B39E-6221240D5FFD}" dt="2026-10-01T04:31:39.238" v="124" actId="2711"/>
          <ac:spMkLst>
            <pc:docMk/>
            <pc:sldMk cId="1183025094" sldId="298"/>
            <ac:spMk id="3" creationId="{9CFDD17C-A0F6-A09C-A7BB-6D4155E09FA7}"/>
          </ac:spMkLst>
        </pc:spChg>
        <pc:spChg chg="mod">
          <ac:chgData name="bhavya sree" userId="9146551a3eb546f1" providerId="LiveId" clId="{490955BC-AE32-4279-B39E-6221240D5FFD}" dt="2026-10-01T04:31:45.567" v="125" actId="2711"/>
          <ac:spMkLst>
            <pc:docMk/>
            <pc:sldMk cId="1183025094" sldId="298"/>
            <ac:spMk id="5" creationId="{1EB4D6BE-A2BC-F4A1-617D-9156BBB8DF3C}"/>
          </ac:spMkLst>
        </pc:spChg>
        <pc:spChg chg="add">
          <ac:chgData name="bhavya sree" userId="9146551a3eb546f1" providerId="LiveId" clId="{490955BC-AE32-4279-B39E-6221240D5FFD}" dt="2026-10-01T04:26:24.153" v="29" actId="22"/>
          <ac:spMkLst>
            <pc:docMk/>
            <pc:sldMk cId="1183025094" sldId="298"/>
            <ac:spMk id="6" creationId="{74D8AF1F-6EA0-F8F3-1FEF-F8D13575A503}"/>
          </ac:spMkLst>
        </pc:spChg>
        <pc:picChg chg="add">
          <ac:chgData name="bhavya sree" userId="9146551a3eb546f1" providerId="LiveId" clId="{490955BC-AE32-4279-B39E-6221240D5FFD}" dt="2026-10-01T04:14:49.438" v="14" actId="22"/>
          <ac:picMkLst>
            <pc:docMk/>
            <pc:sldMk cId="1183025094" sldId="298"/>
            <ac:picMk id="4" creationId="{2CFADBDA-BDB5-F8CF-C5D6-561F69073B63}"/>
          </ac:picMkLst>
        </pc:picChg>
      </pc:sldChg>
      <pc:sldChg chg="addSp modSp mod">
        <pc:chgData name="bhavya sree" userId="9146551a3eb546f1" providerId="LiveId" clId="{490955BC-AE32-4279-B39E-6221240D5FFD}" dt="2026-10-01T04:32:02.207" v="127" actId="2711"/>
        <pc:sldMkLst>
          <pc:docMk/>
          <pc:sldMk cId="345166745" sldId="299"/>
        </pc:sldMkLst>
        <pc:spChg chg="mod">
          <ac:chgData name="bhavya sree" userId="9146551a3eb546f1" providerId="LiveId" clId="{490955BC-AE32-4279-B39E-6221240D5FFD}" dt="2026-10-01T04:31:56.452" v="126" actId="2711"/>
          <ac:spMkLst>
            <pc:docMk/>
            <pc:sldMk cId="345166745" sldId="299"/>
            <ac:spMk id="3" creationId="{20F09F3C-4424-0002-9057-DD9C0D481EAB}"/>
          </ac:spMkLst>
        </pc:spChg>
        <pc:spChg chg="mod">
          <ac:chgData name="bhavya sree" userId="9146551a3eb546f1" providerId="LiveId" clId="{490955BC-AE32-4279-B39E-6221240D5FFD}" dt="2026-10-01T04:32:02.207" v="127" actId="2711"/>
          <ac:spMkLst>
            <pc:docMk/>
            <pc:sldMk cId="345166745" sldId="299"/>
            <ac:spMk id="5" creationId="{F299A30B-D03E-0DCE-CA73-492B8D8B5586}"/>
          </ac:spMkLst>
        </pc:spChg>
        <pc:spChg chg="add">
          <ac:chgData name="bhavya sree" userId="9146551a3eb546f1" providerId="LiveId" clId="{490955BC-AE32-4279-B39E-6221240D5FFD}" dt="2026-10-01T04:26:26.022" v="30" actId="22"/>
          <ac:spMkLst>
            <pc:docMk/>
            <pc:sldMk cId="345166745" sldId="299"/>
            <ac:spMk id="6" creationId="{0FDAD316-3DDE-3992-425B-F4802CFC6775}"/>
          </ac:spMkLst>
        </pc:spChg>
        <pc:picChg chg="add">
          <ac:chgData name="bhavya sree" userId="9146551a3eb546f1" providerId="LiveId" clId="{490955BC-AE32-4279-B39E-6221240D5FFD}" dt="2026-10-01T04:14:51.904" v="15" actId="22"/>
          <ac:picMkLst>
            <pc:docMk/>
            <pc:sldMk cId="345166745" sldId="299"/>
            <ac:picMk id="4" creationId="{98B60636-4E6B-4BF9-E352-9B690518D650}"/>
          </ac:picMkLst>
        </pc:picChg>
      </pc:sldChg>
      <pc:sldChg chg="addSp modSp mod">
        <pc:chgData name="bhavya sree" userId="9146551a3eb546f1" providerId="LiveId" clId="{490955BC-AE32-4279-B39E-6221240D5FFD}" dt="2026-10-01T04:32:19.385" v="129" actId="2711"/>
        <pc:sldMkLst>
          <pc:docMk/>
          <pc:sldMk cId="3169875381" sldId="300"/>
        </pc:sldMkLst>
        <pc:spChg chg="add">
          <ac:chgData name="bhavya sree" userId="9146551a3eb546f1" providerId="LiveId" clId="{490955BC-AE32-4279-B39E-6221240D5FFD}" dt="2026-10-01T04:26:28.168" v="31" actId="22"/>
          <ac:spMkLst>
            <pc:docMk/>
            <pc:sldMk cId="3169875381" sldId="300"/>
            <ac:spMk id="4" creationId="{765037DD-8D92-65ED-CB35-3142AF4A6240}"/>
          </ac:spMkLst>
        </pc:spChg>
        <pc:spChg chg="mod">
          <ac:chgData name="bhavya sree" userId="9146551a3eb546f1" providerId="LiveId" clId="{490955BC-AE32-4279-B39E-6221240D5FFD}" dt="2026-10-01T04:32:12.007" v="128" actId="2711"/>
          <ac:spMkLst>
            <pc:docMk/>
            <pc:sldMk cId="3169875381" sldId="300"/>
            <ac:spMk id="7" creationId="{94DA0EC6-0A4A-5F35-1250-71EEA41C2B86}"/>
          </ac:spMkLst>
        </pc:spChg>
        <pc:spChg chg="mod">
          <ac:chgData name="bhavya sree" userId="9146551a3eb546f1" providerId="LiveId" clId="{490955BC-AE32-4279-B39E-6221240D5FFD}" dt="2026-10-01T04:32:19.385" v="129" actId="2711"/>
          <ac:spMkLst>
            <pc:docMk/>
            <pc:sldMk cId="3169875381" sldId="300"/>
            <ac:spMk id="9" creationId="{93A692C9-7EA9-EA65-28D7-4BFCD6460005}"/>
          </ac:spMkLst>
        </pc:spChg>
        <pc:picChg chg="add">
          <ac:chgData name="bhavya sree" userId="9146551a3eb546f1" providerId="LiveId" clId="{490955BC-AE32-4279-B39E-6221240D5FFD}" dt="2026-10-01T04:14:54.416" v="16" actId="22"/>
          <ac:picMkLst>
            <pc:docMk/>
            <pc:sldMk cId="3169875381" sldId="300"/>
            <ac:picMk id="3" creationId="{D969DF4B-744A-BA8B-DED6-4502191E1A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9F270-662C-442E-8143-14F89E00E4A9}" type="datetimeFigureOut">
              <a:rPr lang="en-IN" smtClean="0"/>
              <a:t>1-10-26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AD282-CAFA-439F-B756-8FB7177A2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5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AD282-CAFA-439F-B756-8FB7177A2B8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692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0398" y="1306307"/>
            <a:ext cx="58432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97D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CORNERSTONE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7287" y="1967556"/>
            <a:ext cx="725070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F497D"/>
                </a:solidFill>
              </a:defRP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SYSTEM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4114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M. Sarika - 25B11CS544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Divyanjali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- 25B11CS758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T. Devisree - 25B11CS933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V. Bhavyasree - 25B11CSA19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esteemed guidance of: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K.VYDEHI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CSE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28339-259E-F39F-751B-50F96397C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0" t="16430" r="4342"/>
          <a:stretch>
            <a:fillRect/>
          </a:stretch>
        </p:blipFill>
        <p:spPr>
          <a:xfrm>
            <a:off x="847287" y="101476"/>
            <a:ext cx="7449424" cy="1066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17072" y="1330704"/>
            <a:ext cx="640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04040"/>
                </a:solidFill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Objectives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Requirement Analysis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End Users of the System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Main Entities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Entity Attributes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 Relationships &amp; Cardinality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Keys (Primary &amp; Foreign)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11.ER Diagram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5FF17665-9148-DCD1-5AA0-9D268F3C972E}"/>
              </a:ext>
            </a:extLst>
          </p:cNvPr>
          <p:cNvSpPr/>
          <p:nvPr/>
        </p:nvSpPr>
        <p:spPr>
          <a:xfrm>
            <a:off x="2827090" y="448540"/>
            <a:ext cx="3825380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D0902-7B5B-2FDA-A5B8-37B87FD3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173620"/>
            <a:ext cx="7680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Shopping System is a database-driven application that enables customers to browse, search, and purchase products from a centralized e-commerce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Customers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 products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 &amp; filter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to cart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Place orders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shipment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Write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103120"/>
            <a:ext cx="2651760" cy="256032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Sellers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inventory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 products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 orders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analytics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prices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103120"/>
            <a:ext cx="2651760" cy="256032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3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Role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Consistency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retrieval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Concurrent access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6267A3D0-A623-F6EA-061E-2DC8C5620433}"/>
              </a:ext>
            </a:extLst>
          </p:cNvPr>
          <p:cNvSpPr/>
          <p:nvPr/>
        </p:nvSpPr>
        <p:spPr>
          <a:xfrm>
            <a:off x="2625753" y="419808"/>
            <a:ext cx="4020319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382E8-8E12-7A9D-F798-9EEE40A5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133451"/>
            <a:ext cx="768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retail and manual e-commerce processes face critical challenges</a:t>
            </a:r>
            <a:r>
              <a:rPr sz="1400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29503"/>
            <a:ext cx="713232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Limited product visibility across different locations</a:t>
            </a:r>
          </a:p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Manual inventory management leading to stockouts</a:t>
            </a:r>
          </a:p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Time-consuming order processing and payment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Difficulty tracking orders and managing logistics</a:t>
            </a:r>
          </a:p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Lack of centralized customer data for personalization</a:t>
            </a:r>
          </a:p>
          <a:p>
            <a:pPr>
              <a:spcAft>
                <a:spcPts val="400"/>
              </a:spcAft>
              <a:defRPr sz="1100">
                <a:solidFill>
                  <a:srgbClr val="40404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Inconsistent pricing and promotion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121" y="3893749"/>
            <a:ext cx="7680960" cy="82296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Develop a centralized, efficient DBMS-backed online shopping system that streamlines product management, order processing, and inventory tracking.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BD7016E7-240F-8C09-593B-EEC37BD83DBE}"/>
              </a:ext>
            </a:extLst>
          </p:cNvPr>
          <p:cNvSpPr/>
          <p:nvPr/>
        </p:nvSpPr>
        <p:spPr>
          <a:xfrm>
            <a:off x="2487335" y="399723"/>
            <a:ext cx="4169329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20B83-D08B-067C-0943-DA5F5733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6367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Shopping System is designed to achieve the following core objectives: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defRPr sz="1000" b="1">
                <a:solidFill>
                  <a:srgbClr val="1F497D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Storage: Manage large volumes of product and customer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768096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defRPr sz="1000" b="1">
                <a:solidFill>
                  <a:srgbClr val="1F497D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Transactions: Ensure safe and encrypted payment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defRPr sz="1000" b="1">
                <a:solidFill>
                  <a:srgbClr val="1F497D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Management: Streamline order placement, processing, and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defRPr sz="1000" b="1">
                <a:solidFill>
                  <a:srgbClr val="1F497D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Control: Real-time stock management and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defRPr sz="1000" b="1">
                <a:solidFill>
                  <a:srgbClr val="1F497D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Analytics: Track behavior patterns and generate insights</a:t>
            </a:r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DA41C5EC-F850-FC94-A6CC-E1B9D7734DBC}"/>
              </a:ext>
            </a:extLst>
          </p:cNvPr>
          <p:cNvSpPr/>
          <p:nvPr/>
        </p:nvSpPr>
        <p:spPr>
          <a:xfrm>
            <a:off x="2745297" y="232923"/>
            <a:ext cx="3653406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E15150-6F34-48B4-08BC-4D8CC8A0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Authentication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 Browsing &amp; Search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Shopping Cart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Order Placement &amp; Payment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Order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Reviews &amp; Ratings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Reports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D9E1F2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 lang="en-IN" sz="1200" dirty="0"/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Fast response times during peak traffic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Security: Data encryption &amp; secure authentication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Scalability: Handle increasing users and transactions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Reliability: 24/7 availability with data backup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>
                <a:solidFill>
                  <a:srgbClr val="404040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Usability: Intuitive and user-friendly interface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857C7136-E061-0F38-6A92-3D3C98F49C64}"/>
              </a:ext>
            </a:extLst>
          </p:cNvPr>
          <p:cNvSpPr/>
          <p:nvPr/>
        </p:nvSpPr>
        <p:spPr>
          <a:xfrm>
            <a:off x="2486024" y="238125"/>
            <a:ext cx="4171951" cy="458981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 ANALYSIS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A578D-CD36-5E55-B400-951BA96C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5760" y="914400"/>
            <a:ext cx="2697480" cy="384048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 products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Purchase items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orders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Write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914400"/>
            <a:ext cx="2697480" cy="384048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/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inventory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 orders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prices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922789"/>
            <a:ext cx="2697480" cy="384048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/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maintenance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Dispute resolution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40404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reports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A40D1-8927-907E-3556-EB8A5A0F62F2}"/>
              </a:ext>
            </a:extLst>
          </p:cNvPr>
          <p:cNvSpPr txBox="1"/>
          <p:nvPr/>
        </p:nvSpPr>
        <p:spPr>
          <a:xfrm>
            <a:off x="1022353" y="1451296"/>
            <a:ext cx="13433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Customers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E7C5B-5DBB-89C1-7BF4-E42A24EA5CAE}"/>
              </a:ext>
            </a:extLst>
          </p:cNvPr>
          <p:cNvSpPr txBox="1"/>
          <p:nvPr/>
        </p:nvSpPr>
        <p:spPr>
          <a:xfrm>
            <a:off x="3719833" y="1435907"/>
            <a:ext cx="19368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Sellers/Vendors</a:t>
            </a:r>
          </a:p>
          <a:p>
            <a:endParaRPr lang="en-IN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25027-2DBA-FF51-8C4D-5C7CD539790C}"/>
              </a:ext>
            </a:extLst>
          </p:cNvPr>
          <p:cNvSpPr txBox="1"/>
          <p:nvPr/>
        </p:nvSpPr>
        <p:spPr>
          <a:xfrm>
            <a:off x="7075911" y="1435907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Admin</a:t>
            </a:r>
          </a:p>
          <a:p>
            <a:endParaRPr lang="en-IN" sz="20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D4486F-0954-922B-8641-FE4342548F8E}"/>
              </a:ext>
            </a:extLst>
          </p:cNvPr>
          <p:cNvSpPr/>
          <p:nvPr/>
        </p:nvSpPr>
        <p:spPr>
          <a:xfrm>
            <a:off x="6789459" y="1367406"/>
            <a:ext cx="1459684" cy="54864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F5BEBD-1610-47BF-FA3A-B0155EC9F95F}"/>
              </a:ext>
            </a:extLst>
          </p:cNvPr>
          <p:cNvSpPr/>
          <p:nvPr/>
        </p:nvSpPr>
        <p:spPr>
          <a:xfrm>
            <a:off x="3753117" y="1367406"/>
            <a:ext cx="1798545" cy="54864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FCD324-7B5B-14FF-1E81-FAB28F628D21}"/>
              </a:ext>
            </a:extLst>
          </p:cNvPr>
          <p:cNvSpPr/>
          <p:nvPr/>
        </p:nvSpPr>
        <p:spPr>
          <a:xfrm>
            <a:off x="984658" y="1367406"/>
            <a:ext cx="1459684" cy="54864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775A0FC0-0AB7-CD21-0D2C-A943DDD14036}"/>
              </a:ext>
            </a:extLst>
          </p:cNvPr>
          <p:cNvSpPr/>
          <p:nvPr/>
        </p:nvSpPr>
        <p:spPr>
          <a:xfrm>
            <a:off x="2444342" y="232923"/>
            <a:ext cx="4404850" cy="47750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 OF THE SYSTEM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62D07B-CFF2-3DF9-B61E-2977F128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105618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36966" y="914400"/>
            <a:ext cx="47199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around 7 core entities</a:t>
            </a:r>
            <a:r>
              <a:rPr sz="2000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587649" y="1525935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👤</a:t>
            </a:r>
            <a:br>
              <a:rPr dirty="0"/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645049" y="1525935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📦</a:t>
            </a:r>
            <a:br>
              <a:rPr dirty="0"/>
            </a:b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709160" y="1508760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📋</a:t>
            </a:r>
            <a:br>
              <a:rPr dirty="0"/>
            </a:b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773271" y="1508760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🛒</a:t>
            </a:r>
            <a:br>
              <a:rPr dirty="0"/>
            </a:b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645920" y="3550221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📂</a:t>
            </a:r>
            <a:br>
              <a:rPr dirty="0"/>
            </a:b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728620" y="3550221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💳</a:t>
            </a:r>
            <a:br>
              <a:rPr dirty="0"/>
            </a:b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827259" y="3535121"/>
            <a:ext cx="1188720" cy="1062990"/>
          </a:xfrm>
          <a:prstGeom prst="rect">
            <a:avLst/>
          </a:prstGeom>
          <a:solidFill>
            <a:srgbClr val="D9E1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/>
            </a:pPr>
            <a:r>
              <a:rPr dirty="0"/>
              <a:t>⭐</a:t>
            </a:r>
            <a:br>
              <a:rPr dirty="0"/>
            </a:b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algn="ctr">
              <a:defRPr sz="900" b="1">
                <a:solidFill>
                  <a:srgbClr val="1F497D"/>
                </a:solidFill>
              </a:defRPr>
            </a:pPr>
            <a:endParaRPr dirty="0"/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AF8D80B8-63CF-6DA4-E999-BF18D457B46B}"/>
              </a:ext>
            </a:extLst>
          </p:cNvPr>
          <p:cNvSpPr/>
          <p:nvPr/>
        </p:nvSpPr>
        <p:spPr>
          <a:xfrm>
            <a:off x="2603523" y="193858"/>
            <a:ext cx="3638306" cy="509117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ENTITIES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B29B1E-4A1C-1012-2E97-6302A9E9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24418" y="292608"/>
            <a:ext cx="4177718" cy="504346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ATTRIBUTES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44791"/>
              </p:ext>
            </p:extLst>
          </p:nvPr>
        </p:nvGraphicFramePr>
        <p:xfrm>
          <a:off x="1078523" y="993043"/>
          <a:ext cx="6205416" cy="346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693">
                <a:tc>
                  <a:txBody>
                    <a:bodyPr/>
                    <a:lstStyle/>
                    <a:p>
                      <a:pPr algn="ctr"/>
                      <a:r>
                        <a:rPr sz="118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8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Attributes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Name, Email, Phone, Address, Password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Name, Description, Price, Stock,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CategoryID</a:t>
                      </a:r>
                      <a:endParaRPr sz="108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OrderDate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Total,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 err="1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</a:t>
                      </a:r>
                      <a:endParaRPr sz="1080" b="1" dirty="0">
                        <a:solidFill>
                          <a:srgbClr val="1F316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Quantity,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Name, 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Amount, Method,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693">
                <a:tc>
                  <a:txBody>
                    <a:bodyPr/>
                    <a:lstStyle/>
                    <a:p>
                      <a:pPr algn="l"/>
                      <a:r>
                        <a:rPr sz="108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8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r>
                        <a:rPr sz="108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Rating, Comment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3984DD-99A0-D792-A263-86156A48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69942" y="262783"/>
            <a:ext cx="4663440" cy="457669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 </a:t>
            </a:r>
            <a:endParaRPr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97367" y="987552"/>
            <a:ext cx="8616174" cy="4061186"/>
          </a:xfrm>
          <a:prstGeom prst="roundRect">
            <a:avLst/>
          </a:prstGeom>
          <a:solidFill>
            <a:srgbClr val="EBF3F9"/>
          </a:solidFill>
          <a:ln w="15240"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_diagram_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16" y="1064083"/>
            <a:ext cx="7057292" cy="3908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8DA5D-6538-4FB2-9BF3-71D19A34B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094E3C-4EFF-17A8-0032-19BFD1B4DF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24" b="6827"/>
          <a:stretch>
            <a:fillRect/>
          </a:stretch>
        </p:blipFill>
        <p:spPr>
          <a:xfrm>
            <a:off x="468351" y="1322852"/>
            <a:ext cx="8237606" cy="349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90776" y="183606"/>
            <a:ext cx="4895850" cy="702622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RELATIONSHIPS </a:t>
            </a: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CARDINALITY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178911"/>
              </p:ext>
            </p:extLst>
          </p:nvPr>
        </p:nvGraphicFramePr>
        <p:xfrm>
          <a:off x="890954" y="1078992"/>
          <a:ext cx="7112000" cy="346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718"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1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2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Cardinality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Listed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Belongs 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to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71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to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5CF7B89-2C86-36E7-6B43-875EBBB5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40280" y="292608"/>
            <a:ext cx="4663440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 (PRIMARY &amp; FOREIGN)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998071"/>
              </p:ext>
            </p:extLst>
          </p:nvPr>
        </p:nvGraphicFramePr>
        <p:xfrm>
          <a:off x="1073791" y="1016469"/>
          <a:ext cx="6710332" cy="364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188"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Foreign Key</a:t>
                      </a:r>
                    </a:p>
                  </a:txBody>
                  <a:tcPr anchor="ctr">
                    <a:solidFill>
                      <a:srgbClr val="1F3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 err="1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</a:t>
                      </a:r>
                      <a:endParaRPr sz="1050" b="1" dirty="0">
                        <a:solidFill>
                          <a:srgbClr val="1F316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OrderItemID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188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1F316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anchor="ctr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ProductID</a:t>
                      </a:r>
                      <a:r>
                        <a:rPr sz="1050" b="0" dirty="0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D2D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CustomerID</a:t>
                      </a:r>
                      <a:endParaRPr sz="1050" b="0" dirty="0">
                        <a:solidFill>
                          <a:srgbClr val="2D2D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85B2528-5DA2-5723-3900-1563C561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76088" y="283948"/>
            <a:ext cx="3791824" cy="473300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987552"/>
            <a:ext cx="7479323" cy="3977639"/>
          </a:xfrm>
          <a:prstGeom prst="roundRect">
            <a:avLst/>
          </a:prstGeom>
          <a:solidFill>
            <a:srgbClr val="EBF3F9"/>
          </a:solidFill>
          <a:ln w="15240"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5011" y="4353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2D2D37"/>
                </a:solidFill>
              </a:rPr>
              <a:t>8 relations in 3NF – arrows show foreign-key references between tables.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4F3FF-D2E7-D5D9-236D-90E29D595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FF17E-E9E8-F26F-6A8C-5D8A8005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34" y="1082966"/>
            <a:ext cx="6812355" cy="37868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43F2F1FF-DE12-882F-102D-B301057FB51D}"/>
              </a:ext>
            </a:extLst>
          </p:cNvPr>
          <p:cNvSpPr/>
          <p:nvPr/>
        </p:nvSpPr>
        <p:spPr>
          <a:xfrm>
            <a:off x="2240280" y="447295"/>
            <a:ext cx="4663440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CB2B1-ECA6-97B8-FC9B-D34DB133EA7F}"/>
              </a:ext>
            </a:extLst>
          </p:cNvPr>
          <p:cNvSpPr txBox="1"/>
          <p:nvPr/>
        </p:nvSpPr>
        <p:spPr>
          <a:xfrm>
            <a:off x="275159" y="2266642"/>
            <a:ext cx="39302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1NF – First Normal Form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is in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column contains only atomic (single)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repeating groups of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is uniquely identified using a primary key.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F8AAAA-48B5-F239-76AE-B9BF0A41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40686"/>
            <a:ext cx="4215467" cy="27614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A8F41B-49FC-9F62-ABE8-77A5F5C3BE31}"/>
              </a:ext>
            </a:extLst>
          </p:cNvPr>
          <p:cNvSpPr txBox="1"/>
          <p:nvPr/>
        </p:nvSpPr>
        <p:spPr>
          <a:xfrm>
            <a:off x="232794" y="1206313"/>
            <a:ext cx="8911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I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organizing data into multiple related tables to reduce data redundancy and improve data consistency.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1050C-9D4F-707A-029F-6F4A87DD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6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D1BB10-9E6E-2CBB-A71D-F4F8887A486B}"/>
              </a:ext>
            </a:extLst>
          </p:cNvPr>
          <p:cNvSpPr txBox="1"/>
          <p:nvPr/>
        </p:nvSpPr>
        <p:spPr>
          <a:xfrm>
            <a:off x="339755" y="1002252"/>
            <a:ext cx="31668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2NF – Second Normal Form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is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 (2NF)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already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non-key attribute is fully dependent on the primary key.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dependency is removed.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system, customer, product, order and item information are separated into different tables</a:t>
            </a:r>
            <a:r>
              <a:rPr lang="en-IN" dirty="0"/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6C2A6-0C9A-9766-7E0E-D4C80E9B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77"/>
          <a:stretch>
            <a:fillRect/>
          </a:stretch>
        </p:blipFill>
        <p:spPr>
          <a:xfrm>
            <a:off x="3812797" y="1279088"/>
            <a:ext cx="5184396" cy="25853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A08203-4FAD-D34F-8265-E8BBB30324D0}"/>
              </a:ext>
            </a:extLst>
          </p:cNvPr>
          <p:cNvSpPr txBox="1"/>
          <p:nvPr/>
        </p:nvSpPr>
        <p:spPr>
          <a:xfrm>
            <a:off x="3812797" y="9097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(example table):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7D707E-ABB1-9B6D-C9A6-489BBB3A6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65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301BE43-88E7-13D4-EA33-F863BE066FFD}"/>
              </a:ext>
            </a:extLst>
          </p:cNvPr>
          <p:cNvSpPr/>
          <p:nvPr/>
        </p:nvSpPr>
        <p:spPr>
          <a:xfrm>
            <a:off x="2240280" y="318781"/>
            <a:ext cx="5511148" cy="46972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DECOMPOSITION FROM 1NF TO 2NF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5DD172-D751-2919-34BD-9CE7F2AB30D0}"/>
              </a:ext>
            </a:extLst>
          </p:cNvPr>
          <p:cNvSpPr txBox="1"/>
          <p:nvPr/>
        </p:nvSpPr>
        <p:spPr>
          <a:xfrm>
            <a:off x="566257" y="865406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from 1NF to 2NF:</a:t>
            </a:r>
          </a:p>
          <a:p>
            <a:pPr>
              <a:buNone/>
            </a:pPr>
            <a:r>
              <a:rPr lang="en-IN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I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CUSTOMER_ID is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single-column primary key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cannot be any partial dependency. </a:t>
            </a:r>
          </a:p>
          <a:p>
            <a:pPr>
              <a:buNone/>
            </a:pPr>
            <a:r>
              <a:rPr lang="en-IN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 →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 → PHONE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 → ADDRESS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 → PASSWORD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570359-C525-B560-C774-42C38DD05DA5}"/>
              </a:ext>
            </a:extLst>
          </p:cNvPr>
          <p:cNvSpPr txBox="1"/>
          <p:nvPr/>
        </p:nvSpPr>
        <p:spPr>
          <a:xfrm>
            <a:off x="-599813" y="2896731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         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 CUSTOMER TABLE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Check Partial Dependency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CUSTOMER_ID is a single-column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Primary Key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No Partial Dependency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↓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2NF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684073-9A0D-0A2C-C6DE-6595DA51F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014" y="1820167"/>
            <a:ext cx="4559525" cy="29322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F9CF43-1B16-4149-9F2C-5627010C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14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92DAF0-50F5-B790-83BD-9819F0306689}"/>
              </a:ext>
            </a:extLst>
          </p:cNvPr>
          <p:cNvSpPr txBox="1"/>
          <p:nvPr/>
        </p:nvSpPr>
        <p:spPr>
          <a:xfrm>
            <a:off x="346047" y="947280"/>
            <a:ext cx="32675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3NF – Third Normal Form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is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 (3NF)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already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transitive dependency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Non-key attributes depend only on the primary key.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system, category, payment and review information are stored separately.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F1A5B9-FAC4-6AB2-F6AA-60DE7AC70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487" y="1429517"/>
            <a:ext cx="4505954" cy="22844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A528AF-F7EC-86AF-4559-C81E785EBE5E}"/>
              </a:ext>
            </a:extLst>
          </p:cNvPr>
          <p:cNvSpPr txBox="1"/>
          <p:nvPr/>
        </p:nvSpPr>
        <p:spPr>
          <a:xfrm>
            <a:off x="3906537" y="947280"/>
            <a:ext cx="3247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( Example table):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B85FC-9EE9-6CC9-A3D4-DC7FAF11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97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7D95B-B0DD-7BB5-021F-5C0822933C2C}"/>
              </a:ext>
            </a:extLst>
          </p:cNvPr>
          <p:cNvSpPr txBox="1"/>
          <p:nvPr/>
        </p:nvSpPr>
        <p:spPr>
          <a:xfrm>
            <a:off x="480531" y="1009016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CATEGORY (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VARCHAR2(50),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VARCHAR2(100),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F76ED-B6D0-EEE1-2D08-9EA929384552}"/>
              </a:ext>
            </a:extLst>
          </p:cNvPr>
          <p:cNvSpPr txBox="1"/>
          <p:nvPr/>
        </p:nvSpPr>
        <p:spPr>
          <a:xfrm>
            <a:off x="520391" y="3436059"/>
            <a:ext cx="463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CATEGORY VALUES (1,'Electronics','Electronic devices');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12CE-1647-9EB1-22E9-5BF68D272201}"/>
              </a:ext>
            </a:extLst>
          </p:cNvPr>
          <p:cNvSpPr txBox="1"/>
          <p:nvPr/>
        </p:nvSpPr>
        <p:spPr>
          <a:xfrm>
            <a:off x="520391" y="292162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9F519-3B44-55F4-DE57-0E4721EAB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98" y="995432"/>
            <a:ext cx="3048264" cy="30254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A71CC2-B043-0C1A-F8B2-F6673D49F9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AE190781-2354-422E-5FDB-1719F4F51B67}"/>
              </a:ext>
            </a:extLst>
          </p:cNvPr>
          <p:cNvSpPr/>
          <p:nvPr/>
        </p:nvSpPr>
        <p:spPr>
          <a:xfrm>
            <a:off x="3238218" y="253922"/>
            <a:ext cx="3048264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2815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92D88-D41E-89D4-7C17-7A4C7BC24033}"/>
              </a:ext>
            </a:extLst>
          </p:cNvPr>
          <p:cNvSpPr txBox="1"/>
          <p:nvPr/>
        </p:nvSpPr>
        <p:spPr>
          <a:xfrm>
            <a:off x="524107" y="1126493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CUSTOMER (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VARCHAR2(50),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VARCHAR2(15),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VARCHAR2(100),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VARCHAR2(50),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14046-E2DB-20D1-8B2C-A34572216F2A}"/>
              </a:ext>
            </a:extLst>
          </p:cNvPr>
          <p:cNvSpPr txBox="1"/>
          <p:nvPr/>
        </p:nvSpPr>
        <p:spPr>
          <a:xfrm>
            <a:off x="524107" y="3634549"/>
            <a:ext cx="34828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CUSTOMER VALUES (1,'Ananya','9876543210','Hyderabad','Pass101');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92795-3036-D07A-76CA-53F4438713F2}"/>
              </a:ext>
            </a:extLst>
          </p:cNvPr>
          <p:cNvSpPr txBox="1"/>
          <p:nvPr/>
        </p:nvSpPr>
        <p:spPr>
          <a:xfrm>
            <a:off x="524107" y="323266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D936D-A2E3-0881-1F7D-2CACEAEC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070" y="1189112"/>
            <a:ext cx="3977985" cy="30254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B584EF-DA54-E0D0-C625-D826966B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C6A645BF-EC30-B7AE-C901-36FFAABFFF31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614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C3AF1-9051-4A27-0812-08D32161FF83}"/>
              </a:ext>
            </a:extLst>
          </p:cNvPr>
          <p:cNvSpPr txBox="1"/>
          <p:nvPr/>
        </p:nvSpPr>
        <p:spPr>
          <a:xfrm>
            <a:off x="494371" y="992992"/>
            <a:ext cx="387128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PRODUCT (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VARCHAR2(50),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VARCHAR2(100),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NUMBER,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CATEGORY(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36D13-AAB7-6BD1-5452-AD4943EEC48A}"/>
              </a:ext>
            </a:extLst>
          </p:cNvPr>
          <p:cNvSpPr txBox="1"/>
          <p:nvPr/>
        </p:nvSpPr>
        <p:spPr>
          <a:xfrm>
            <a:off x="494371" y="35475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97800-6A16-0EFB-77EB-C010056A8C6D}"/>
              </a:ext>
            </a:extLst>
          </p:cNvPr>
          <p:cNvSpPr txBox="1"/>
          <p:nvPr/>
        </p:nvSpPr>
        <p:spPr>
          <a:xfrm>
            <a:off x="494371" y="3945496"/>
            <a:ext cx="42560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PRODUCT VALUES (1,'Smart TV','43 inch LED TV',20,1);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722BE2-82D9-1B79-14B8-ACB88027D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282" y="929570"/>
            <a:ext cx="4801016" cy="2987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944A11-E9B8-9A4A-CB39-E2AC37210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DF29FF12-C9E4-6CED-FB76-B06BA5538507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197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5DB696-D1AC-327F-584F-F7270381DFA0}"/>
              </a:ext>
            </a:extLst>
          </p:cNvPr>
          <p:cNvSpPr txBox="1"/>
          <p:nvPr/>
        </p:nvSpPr>
        <p:spPr>
          <a:xfrm>
            <a:off x="516673" y="1097475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ORDERS (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CUSTOMER(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13705-DD2F-042F-B446-FB983BB6CDA7}"/>
              </a:ext>
            </a:extLst>
          </p:cNvPr>
          <p:cNvSpPr txBox="1"/>
          <p:nvPr/>
        </p:nvSpPr>
        <p:spPr>
          <a:xfrm>
            <a:off x="516673" y="3344244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3511A-0320-C28E-2F6E-FD36FA7B49EF}"/>
              </a:ext>
            </a:extLst>
          </p:cNvPr>
          <p:cNvSpPr txBox="1"/>
          <p:nvPr/>
        </p:nvSpPr>
        <p:spPr>
          <a:xfrm>
            <a:off x="516673" y="3713576"/>
            <a:ext cx="42709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ORDERS VALUES (1,1,TO_DATE('2026-09-01','YYYY-MM-DD'));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DE646-5111-A7DE-925F-7821F771C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129" y="903118"/>
            <a:ext cx="2758679" cy="301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9DAD38-8CD8-BFAB-004D-B9BC827F8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F39AA311-245E-A2D6-AD89-DADFC2CD7238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3925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989490-FF13-B0F0-A2EF-312B3CD94FAF}"/>
              </a:ext>
            </a:extLst>
          </p:cNvPr>
          <p:cNvSpPr txBox="1"/>
          <p:nvPr/>
        </p:nvSpPr>
        <p:spPr>
          <a:xfrm>
            <a:off x="676507" y="784292"/>
            <a:ext cx="38954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ORDERITEM (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ORDERS(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PRODUCT(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A15B5-8F57-F8DB-71F2-71414B1926B6}"/>
              </a:ext>
            </a:extLst>
          </p:cNvPr>
          <p:cNvSpPr txBox="1"/>
          <p:nvPr/>
        </p:nvSpPr>
        <p:spPr>
          <a:xfrm>
            <a:off x="676507" y="34463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38E39-D6F9-4635-4272-267FAF545AA8}"/>
              </a:ext>
            </a:extLst>
          </p:cNvPr>
          <p:cNvSpPr txBox="1"/>
          <p:nvPr/>
        </p:nvSpPr>
        <p:spPr>
          <a:xfrm>
            <a:off x="635105" y="3815721"/>
            <a:ext cx="4219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ORDERITEM VALUES (1,1,1,1,35000);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FCC73-3F76-27E8-BE93-D6991E96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092" y="767457"/>
            <a:ext cx="4153260" cy="3048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8B56A-55E4-01A8-D1B0-B719522C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346BF65D-CACC-EDC1-2FFE-F56955ED67FD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138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74F58A-2564-2DB0-E2D1-0B0902224CE1}"/>
              </a:ext>
            </a:extLst>
          </p:cNvPr>
          <p:cNvSpPr txBox="1"/>
          <p:nvPr/>
        </p:nvSpPr>
        <p:spPr>
          <a:xfrm>
            <a:off x="564995" y="952307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PAYMENT (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VARCHAR2(20),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VARCHAR2(20),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ORDERS(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2A183-3842-FDA6-45B2-376544BF2124}"/>
              </a:ext>
            </a:extLst>
          </p:cNvPr>
          <p:cNvSpPr txBox="1"/>
          <p:nvPr/>
        </p:nvSpPr>
        <p:spPr>
          <a:xfrm>
            <a:off x="564995" y="31360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7F44C-3DB6-6B4F-5A72-716074E1FAD8}"/>
              </a:ext>
            </a:extLst>
          </p:cNvPr>
          <p:cNvSpPr txBox="1"/>
          <p:nvPr/>
        </p:nvSpPr>
        <p:spPr>
          <a:xfrm>
            <a:off x="564995" y="350542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PAYMENT VALUES (1,1,35000,'UPI','Paid');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454151-4431-C4C2-6DC5-DDA7ADB16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655" y="891542"/>
            <a:ext cx="3772227" cy="3025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F4B640-A9C5-8C55-8D9C-BCFB442D3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890AA53-6130-D5C4-F601-2FCB2D82FA95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161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E6BD9-A299-784F-F358-F98156C65CED}"/>
              </a:ext>
            </a:extLst>
          </p:cNvPr>
          <p:cNvSpPr txBox="1"/>
          <p:nvPr/>
        </p:nvSpPr>
        <p:spPr>
          <a:xfrm>
            <a:off x="598449" y="895842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REVIEW (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NUMBER,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PRODUCT(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CUSTOMER(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AAF43-8399-7815-18A2-974059E34126}"/>
              </a:ext>
            </a:extLst>
          </p:cNvPr>
          <p:cNvSpPr txBox="1"/>
          <p:nvPr/>
        </p:nvSpPr>
        <p:spPr>
          <a:xfrm>
            <a:off x="598449" y="345404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156D4-8369-22F3-7D5F-9709F556A5EE}"/>
              </a:ext>
            </a:extLst>
          </p:cNvPr>
          <p:cNvSpPr txBox="1"/>
          <p:nvPr/>
        </p:nvSpPr>
        <p:spPr>
          <a:xfrm>
            <a:off x="598449" y="383318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REVIEW VALUES (1,1,1,5);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BD7BE-4D8E-B06B-EE3D-3CBD1DF0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633" y="895842"/>
            <a:ext cx="3436918" cy="3048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BB6D47-297F-A6D8-D371-CC3E81664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CAEE405D-6156-18D6-EADA-051D90482B46}"/>
              </a:ext>
            </a:extLst>
          </p:cNvPr>
          <p:cNvSpPr/>
          <p:nvPr/>
        </p:nvSpPr>
        <p:spPr>
          <a:xfrm>
            <a:off x="3238218" y="253922"/>
            <a:ext cx="2877356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 CREATION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3159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567FA-324D-3546-AE54-3C3FF2087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73" y="1085385"/>
            <a:ext cx="2765503" cy="2319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AF4ADF-28F6-361E-7EFB-8CBDC95C23A5}"/>
              </a:ext>
            </a:extLst>
          </p:cNvPr>
          <p:cNvSpPr txBox="1"/>
          <p:nvPr/>
        </p:nvSpPr>
        <p:spPr>
          <a:xfrm>
            <a:off x="832624" y="1085385"/>
            <a:ext cx="4170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products whose stock is greater than 20.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059FF-0B81-8AFC-8633-C49AB4A7BDA7}"/>
              </a:ext>
            </a:extLst>
          </p:cNvPr>
          <p:cNvSpPr txBox="1"/>
          <p:nvPr/>
        </p:nvSpPr>
        <p:spPr>
          <a:xfrm>
            <a:off x="828906" y="224511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Stock FROM PRODUCT WHERE Stock &gt; 20;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5FC20-6D32-1631-6326-079EA1A3B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E6D3A634-413A-53B0-4A95-44561E7D424B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1924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CFDCB-2AED-8688-52FD-2F3D00B7C18D}"/>
              </a:ext>
            </a:extLst>
          </p:cNvPr>
          <p:cNvSpPr txBox="1"/>
          <p:nvPr/>
        </p:nvSpPr>
        <p:spPr>
          <a:xfrm>
            <a:off x="709961" y="108551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payment details of orders whose payment is pending.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AAF7C-81AA-A6B2-9AAE-93EC3C36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570" y="1586637"/>
            <a:ext cx="2848155" cy="1193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A0D321-1FA1-0747-3AFF-EFDCCCDE8D8A}"/>
              </a:ext>
            </a:extLst>
          </p:cNvPr>
          <p:cNvSpPr txBox="1"/>
          <p:nvPr/>
        </p:nvSpPr>
        <p:spPr>
          <a:xfrm>
            <a:off x="772275" y="211054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Status = 'Pending';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833DD-5D2D-16E1-7854-0E618D708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5B8D6632-821B-7250-0375-58637C46D015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0035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E9A33-5F00-A40A-3DE2-9BB8DC906D9D}"/>
              </a:ext>
            </a:extLst>
          </p:cNvPr>
          <p:cNvSpPr txBox="1"/>
          <p:nvPr/>
        </p:nvSpPr>
        <p:spPr>
          <a:xfrm>
            <a:off x="501804" y="121176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customers whose address is Hyderabad.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13F4D-3A98-9471-DA61-8C0AA90E9342}"/>
              </a:ext>
            </a:extLst>
          </p:cNvPr>
          <p:cNvSpPr txBox="1"/>
          <p:nvPr/>
        </p:nvSpPr>
        <p:spPr>
          <a:xfrm>
            <a:off x="501804" y="236056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Phone FROM CUSTOMER WHERE Address = 'Hyderabad</a:t>
            </a:r>
            <a:r>
              <a:rPr lang="en-IN" dirty="0"/>
              <a:t>';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761C4-E47D-61CD-665A-FE2AEA531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38" y="1534930"/>
            <a:ext cx="2832410" cy="1036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0DE223-FD79-BE86-8141-C3EF6B300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105618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2DDEDE48-BECC-18F8-DB89-DB5A0989D2D9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6422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B3FD9E-7FD7-072E-AC9D-61504EBF2D8D}"/>
              </a:ext>
            </a:extLst>
          </p:cNvPr>
          <p:cNvSpPr txBox="1"/>
          <p:nvPr/>
        </p:nvSpPr>
        <p:spPr>
          <a:xfrm>
            <a:off x="449766" y="1044717"/>
            <a:ext cx="4122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products according to their stock in ascending order.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659AD-6DB4-684D-9191-D8EBE9BA667D}"/>
              </a:ext>
            </a:extLst>
          </p:cNvPr>
          <p:cNvSpPr txBox="1"/>
          <p:nvPr/>
        </p:nvSpPr>
        <p:spPr>
          <a:xfrm>
            <a:off x="509239" y="22485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Stock FROM PRODUCT ORDER BY Stock ASC;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C8FED6-5079-4E5D-91EC-78D317C83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678" y="769117"/>
            <a:ext cx="2966224" cy="33419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E8BCC7-4C7A-8EEC-2CF1-EC21D64F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FE0CD193-890B-AF0D-465E-B82260EA505B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6782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E4232-02A7-3D6D-8C51-8F7CC6C0B26D}"/>
              </a:ext>
            </a:extLst>
          </p:cNvPr>
          <p:cNvSpPr txBox="1"/>
          <p:nvPr/>
        </p:nvSpPr>
        <p:spPr>
          <a:xfrm>
            <a:off x="754565" y="104196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customer name and the date on which they placed the order.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ADCC7-BCAA-4A7E-E450-4AE472028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381" y="880629"/>
            <a:ext cx="1463167" cy="3025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C8CBB9-F1FC-1F06-9A1B-63CB2DC41CC1}"/>
              </a:ext>
            </a:extLst>
          </p:cNvPr>
          <p:cNvSpPr txBox="1"/>
          <p:nvPr/>
        </p:nvSpPr>
        <p:spPr>
          <a:xfrm>
            <a:off x="650488" y="211008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O.OrderDate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CUSTOMER C JOIN ORDERS O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CE3E9-487E-BC85-9687-60A904C4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0FD08813-65DD-BAC6-B2C6-B5DCAB690173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27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7EEDD93-3FBA-7AFD-C38B-13456E6D0747}"/>
              </a:ext>
            </a:extLst>
          </p:cNvPr>
          <p:cNvSpPr txBox="1"/>
          <p:nvPr/>
        </p:nvSpPr>
        <p:spPr>
          <a:xfrm>
            <a:off x="709961" y="137925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6: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highest available stock among all products.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10792-F3DD-88D7-0E71-B258B3F486FE}"/>
              </a:ext>
            </a:extLst>
          </p:cNvPr>
          <p:cNvSpPr txBox="1"/>
          <p:nvPr/>
        </p:nvSpPr>
        <p:spPr>
          <a:xfrm>
            <a:off x="776869" y="237149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MAX(Stock)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Highest_Stock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F7773B3-639B-6284-8991-ED91EF57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789" y="1572566"/>
            <a:ext cx="2230244" cy="11220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249D5C-F150-5E62-1983-98950A6E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38C61F05-C951-A522-89D6-420812C6C306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4485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EB50-8E77-54FF-300F-91F8808A5732}"/>
              </a:ext>
            </a:extLst>
          </p:cNvPr>
          <p:cNvSpPr txBox="1"/>
          <p:nvPr/>
        </p:nvSpPr>
        <p:spPr>
          <a:xfrm>
            <a:off x="672790" y="109488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7: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product name along with its category name.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7312E-CE92-76E3-C4E7-DD6A4F8F9A53}"/>
              </a:ext>
            </a:extLst>
          </p:cNvPr>
          <p:cNvSpPr txBox="1"/>
          <p:nvPr/>
        </p:nvSpPr>
        <p:spPr>
          <a:xfrm>
            <a:off x="672790" y="2153965"/>
            <a:ext cx="5006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Product_Name,C.Name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P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CATEGORY C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P.Category_ID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C.Category_ID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D91E5C-3C49-B509-C61A-7A6FD1FE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86" y="1066669"/>
            <a:ext cx="2724441" cy="3163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1A0A40-BF00-8394-6890-F3F3E6C5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41DC0D62-6542-B078-6596-A97D49F8E602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6449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A4C76-4340-180C-3B11-1790E20A079D}"/>
              </a:ext>
            </a:extLst>
          </p:cNvPr>
          <p:cNvSpPr txBox="1"/>
          <p:nvPr/>
        </p:nvSpPr>
        <p:spPr>
          <a:xfrm>
            <a:off x="672790" y="1094886"/>
            <a:ext cx="4263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8: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number of orders placed by each customer.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682D0-950D-B03E-CEA4-996112264A5A}"/>
              </a:ext>
            </a:extLst>
          </p:cNvPr>
          <p:cNvSpPr txBox="1"/>
          <p:nvPr/>
        </p:nvSpPr>
        <p:spPr>
          <a:xfrm>
            <a:off x="672790" y="1970115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ORDERS O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O.Customer_ID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34C49-DE18-A12C-F335-871016E7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48" y="952806"/>
            <a:ext cx="2141034" cy="32378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C83C6E-2EF7-DEBE-41FE-E56B3C43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9E8A68B4-ED6E-6060-CEC6-601340C64C6D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6105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0D6403-6737-7174-A844-6A8F8D85C3EB}"/>
              </a:ext>
            </a:extLst>
          </p:cNvPr>
          <p:cNvSpPr txBox="1"/>
          <p:nvPr/>
        </p:nvSpPr>
        <p:spPr>
          <a:xfrm>
            <a:off x="568713" y="122126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9: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average rating given to all products.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A48D2-B85C-F58D-1BC7-5CE032EC501D}"/>
              </a:ext>
            </a:extLst>
          </p:cNvPr>
          <p:cNvSpPr txBox="1"/>
          <p:nvPr/>
        </p:nvSpPr>
        <p:spPr>
          <a:xfrm>
            <a:off x="568713" y="219232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ROUND(AVG(Rating),2)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Average_Rating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REVIEW;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A1AFFA-DC4D-A9AF-1236-906A8145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843" y="1686385"/>
            <a:ext cx="2148469" cy="10118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3CB182-898F-DC94-08A2-AFD14B872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73A449E6-D0D7-14DC-684D-D2585FE75B62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6168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B4011-E039-4908-851E-9F0498488E88}"/>
              </a:ext>
            </a:extLst>
          </p:cNvPr>
          <p:cNvSpPr txBox="1"/>
          <p:nvPr/>
        </p:nvSpPr>
        <p:spPr>
          <a:xfrm>
            <a:off x="643054" y="123338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10: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each product along with the rating given to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48D1F-9E13-B941-F87B-BED1415CFDF3}"/>
              </a:ext>
            </a:extLst>
          </p:cNvPr>
          <p:cNvSpPr txBox="1"/>
          <p:nvPr/>
        </p:nvSpPr>
        <p:spPr>
          <a:xfrm>
            <a:off x="695093" y="216808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R.Rating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P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REVIEW R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R.Product_ID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02807-E9F3-1006-D5CA-873699604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185" y="1233386"/>
            <a:ext cx="2163337" cy="3114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94C216-4A96-21B0-FA92-3562EAE6F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105618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0E1A9703-405A-B29D-F435-0AE95503B5FE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907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74D9A-8D27-9680-A3E0-7F70C1939C69}"/>
              </a:ext>
            </a:extLst>
          </p:cNvPr>
          <p:cNvSpPr txBox="1"/>
          <p:nvPr/>
        </p:nvSpPr>
        <p:spPr>
          <a:xfrm>
            <a:off x="808464" y="123338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total payment amount for each payment method.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2A154-CAC2-91E1-610F-3BB27C7249A6}"/>
              </a:ext>
            </a:extLst>
          </p:cNvPr>
          <p:cNvSpPr txBox="1"/>
          <p:nvPr/>
        </p:nvSpPr>
        <p:spPr>
          <a:xfrm>
            <a:off x="808464" y="211008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Method, SUM(Amount)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Method;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9B2999-5B09-E778-25CA-F5F05358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123" y="1419922"/>
            <a:ext cx="2802672" cy="1657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94A16-CB42-6E35-DCE0-4C1484333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15CC8877-8D50-9D28-7E8F-315ECA2AF355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7082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81D8D2-6219-F36A-74A9-825ED50F538F}"/>
              </a:ext>
            </a:extLst>
          </p:cNvPr>
          <p:cNvSpPr txBox="1"/>
          <p:nvPr/>
        </p:nvSpPr>
        <p:spPr>
          <a:xfrm>
            <a:off x="680224" y="132140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names of customers who gave a rating of 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AF05D-398A-9677-818F-58A083B79561}"/>
              </a:ext>
            </a:extLst>
          </p:cNvPr>
          <p:cNvSpPr txBox="1"/>
          <p:nvPr/>
        </p:nvSpPr>
        <p:spPr>
          <a:xfrm>
            <a:off x="680224" y="2197824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REVIEW R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R.Customer_ID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R.Rating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19F3A-2F4A-DB61-599B-39B08DF04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805" y="1375065"/>
            <a:ext cx="2141034" cy="2535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998FD6-AE35-E929-561E-D56B9F4C5C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BA7F1A1C-EB61-815A-5E2C-EA2202596CF5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0596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FDD17C-A0F6-A09C-A7BB-6D4155E09FA7}"/>
              </a:ext>
            </a:extLst>
          </p:cNvPr>
          <p:cNvSpPr txBox="1"/>
          <p:nvPr/>
        </p:nvSpPr>
        <p:spPr>
          <a:xfrm>
            <a:off x="843776" y="118209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products whose stock is greater than the average stock of all products.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4D6BE-A2BC-F4A1-617D-9156BBB8DF3C}"/>
              </a:ext>
            </a:extLst>
          </p:cNvPr>
          <p:cNvSpPr txBox="1"/>
          <p:nvPr/>
        </p:nvSpPr>
        <p:spPr>
          <a:xfrm>
            <a:off x="843776" y="211474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Stock FROM PRODUCT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Stock &gt; (SELECT AVG(Stock) FROM PRODUCT);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23DCD-0A7D-7929-1196-76C06212B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976" y="1125741"/>
            <a:ext cx="2230244" cy="290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FADBDA-BDB5-F8CF-C5D6-561F69073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74D8AF1F-6EA0-F8F3-1FEF-F8D13575A503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3025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09F3C-4424-0002-9057-DD9C0D481EAB}"/>
              </a:ext>
            </a:extLst>
          </p:cNvPr>
          <p:cNvSpPr txBox="1"/>
          <p:nvPr/>
        </p:nvSpPr>
        <p:spPr>
          <a:xfrm>
            <a:off x="576146" y="118016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names of products that received the highest rating.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9A30B-D03E-0DCE-CA73-492B8D8B5586}"/>
              </a:ext>
            </a:extLst>
          </p:cNvPr>
          <p:cNvSpPr txBox="1"/>
          <p:nvPr/>
        </p:nvSpPr>
        <p:spPr>
          <a:xfrm>
            <a:off x="576146" y="1971544"/>
            <a:ext cx="47318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P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REVIEW R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R.Product_ID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R.Rating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(SELECT MAX(Rating) FROM REVIEW);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F9B64-E0B7-6EF5-215C-D37E80777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278" y="1290027"/>
            <a:ext cx="2222810" cy="25634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B60636-4E6B-4BF9-E352-9B690518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0FDAD316-3DDE-3992-425B-F4802CFC6775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166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4D47-F10F-73BA-ACB6-176AFF92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DA0EC6-0A4A-5F35-1250-71EEA41C2B86}"/>
              </a:ext>
            </a:extLst>
          </p:cNvPr>
          <p:cNvSpPr txBox="1"/>
          <p:nvPr/>
        </p:nvSpPr>
        <p:spPr>
          <a:xfrm>
            <a:off x="828907" y="128617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15: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product having the lowest available stock.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692C9-7EA9-EA65-28D7-4BFCD6460005}"/>
              </a:ext>
            </a:extLst>
          </p:cNvPr>
          <p:cNvSpPr txBox="1"/>
          <p:nvPr/>
        </p:nvSpPr>
        <p:spPr>
          <a:xfrm>
            <a:off x="769434" y="226941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Stock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</a:t>
            </a:r>
          </a:p>
          <a:p>
            <a:pPr rtl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Stock = (SELECT MIN(Stock) FROM PRODUCT);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4FFC43-0F99-5A5B-D827-7452A657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556" y="1609338"/>
            <a:ext cx="2274849" cy="12003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9DF4B-744A-BA8B-DED6-4502191E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765037DD-8D92-65ED-CB35-3142AF4A6240}"/>
              </a:ext>
            </a:extLst>
          </p:cNvPr>
          <p:cNvSpPr/>
          <p:nvPr/>
        </p:nvSpPr>
        <p:spPr>
          <a:xfrm>
            <a:off x="3238218" y="253922"/>
            <a:ext cx="2516629" cy="406013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b="1" u="sng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2000" b="1" kern="0" cap="al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sz="2000" b="1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queries</a:t>
            </a:r>
          </a:p>
          <a:p>
            <a:pPr algn="ctr">
              <a:lnSpc>
                <a:spcPct val="150000"/>
              </a:lnSpc>
            </a:pPr>
            <a:endParaRPr lang="en-US" sz="2000" b="1" kern="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9875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366566"/>
            <a:ext cx="7680960" cy="2305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Shopping System represents a comprehensive DBMS solution that addresses the complexities of modern e-commerce.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a well-designed relational database with proper entity relationships, the system ensures efficient inventory management, secure transactions, and excellent customer experience.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structured approach to data management enables real-time order processing, personalized recommendations, and actionable business intelligence.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project demonstrates how DBMS principles create scalable, secure, and user-friendly e-commerce platforms benefiting both customers and business stakeholders.</a:t>
            </a: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1484345B-EFFD-EB04-1ACC-ADED3B297734}"/>
              </a:ext>
            </a:extLst>
          </p:cNvPr>
          <p:cNvSpPr/>
          <p:nvPr/>
        </p:nvSpPr>
        <p:spPr>
          <a:xfrm>
            <a:off x="2934176" y="522553"/>
            <a:ext cx="3275647" cy="566928"/>
          </a:xfrm>
          <a:prstGeom prst="roundRect">
            <a:avLst/>
          </a:prstGeom>
          <a:solidFill>
            <a:srgbClr val="1F3167"/>
          </a:solidFill>
          <a:ln>
            <a:solidFill>
              <a:srgbClr val="1F3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4D9478-D7EC-0C86-843B-E068988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2678" y="1920240"/>
            <a:ext cx="5818644" cy="120032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0" b="1">
                <a:solidFill>
                  <a:srgbClr val="1F49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75E36-824B-48B0-0B71-DCF4B75F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6" r="5098"/>
          <a:stretch>
            <a:fillRect/>
          </a:stretch>
        </p:blipFill>
        <p:spPr>
          <a:xfrm>
            <a:off x="153577" y="97229"/>
            <a:ext cx="1826226" cy="702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2044</Words>
  <Application>Microsoft Office PowerPoint</Application>
  <PresentationFormat>On-screen Show (16:9)</PresentationFormat>
  <Paragraphs>383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BHAVYA SREE</dc:creator>
  <cp:keywords/>
  <dc:description>generated using python-pptx</dc:description>
  <cp:lastModifiedBy>bhavya sree</cp:lastModifiedBy>
  <cp:revision>18</cp:revision>
  <dcterms:created xsi:type="dcterms:W3CDTF">2013-01-27T09:14:16Z</dcterms:created>
  <dcterms:modified xsi:type="dcterms:W3CDTF">2026-10-01T04:32:28Z</dcterms:modified>
  <cp:category/>
</cp:coreProperties>
</file>